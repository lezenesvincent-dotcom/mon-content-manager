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2"/>
  </p:sldMasterIdLst>
  <p:handoutMasterIdLst>
    <p:handoutMasterId r:id="rId9"/>
  </p:handoutMasterIdLst>
  <p:sldIdLst>
    <p:sldId id="286" r:id="rId3"/>
    <p:sldId id="321" r:id="rId4"/>
    <p:sldId id="322" r:id="rId5"/>
    <p:sldId id="326" r:id="rId6"/>
    <p:sldId id="308" r:id="rId7"/>
    <p:sldId id="329" r:id="rId8"/>
  </p:sldIdLst>
  <p:sldSz cx="9144000" cy="6858000" type="screen4x3"/>
  <p:notesSz cx="6797675" cy="9928225"/>
  <p:custDataLst>
    <p:tags r:id="rId10"/>
  </p:custDataLst>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2F3989"/>
    <a:srgbClr val="5478B8"/>
    <a:srgbClr val="FFFFFF"/>
    <a:srgbClr val="0070C0"/>
    <a:srgbClr val="6B94BE"/>
    <a:srgbClr val="0D65AC"/>
    <a:srgbClr val="E99E09"/>
    <a:srgbClr val="2A9B18"/>
    <a:srgbClr val="243A5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15" autoAdjust="0"/>
    <p:restoredTop sz="94707" autoAdjust="0"/>
  </p:normalViewPr>
  <p:slideViewPr>
    <p:cSldViewPr snapToGrid="0" snapToObjects="1">
      <p:cViewPr varScale="1">
        <p:scale>
          <a:sx n="105" d="100"/>
          <a:sy n="105" d="100"/>
        </p:scale>
        <p:origin x="1452" y="7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p:cViewPr varScale="1">
        <p:scale>
          <a:sx n="79" d="100"/>
          <a:sy n="79" d="100"/>
        </p:scale>
        <p:origin x="291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tags" Target="tags/tag1.xml"/><Relationship Id="rId4" Type="http://schemas.openxmlformats.org/officeDocument/2006/relationships/slide" Target="slides/slide2.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8B5D3B17-6767-4B82-AD79-04D9C63ED63B}" type="datetimeFigureOut">
              <a:rPr lang="fr-FR" smtClean="0"/>
              <a:t>27/03/2026</a:t>
            </a:fld>
            <a:endParaRPr lang="fr-FR"/>
          </a:p>
        </p:txBody>
      </p:sp>
      <p:sp>
        <p:nvSpPr>
          <p:cNvPr id="4" name="Espace réservé du pied de page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80B43DD-C2AC-4986-B63F-5120B3D0B77F}" type="slidenum">
              <a:rPr lang="fr-FR" smtClean="0"/>
              <a:t>‹N°›</a:t>
            </a:fld>
            <a:endParaRPr lang="fr-FR"/>
          </a:p>
        </p:txBody>
      </p:sp>
    </p:spTree>
    <p:extLst>
      <p:ext uri="{BB962C8B-B14F-4D97-AF65-F5344CB8AC3E}">
        <p14:creationId xmlns:p14="http://schemas.microsoft.com/office/powerpoint/2010/main" val="345855002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UVERTURE - video">
    <p:spTree>
      <p:nvGrpSpPr>
        <p:cNvPr id="1" name=""/>
        <p:cNvGrpSpPr/>
        <p:nvPr/>
      </p:nvGrpSpPr>
      <p:grpSpPr>
        <a:xfrm>
          <a:off x="0" y="0"/>
          <a:ext cx="0" cy="0"/>
          <a:chOff x="0" y="0"/>
          <a:chExt cx="0" cy="0"/>
        </a:xfrm>
      </p:grpSpPr>
      <p:sp>
        <p:nvSpPr>
          <p:cNvPr id="2" name="ZoneTexte 1"/>
          <p:cNvSpPr txBox="1"/>
          <p:nvPr userDrawn="1"/>
        </p:nvSpPr>
        <p:spPr>
          <a:xfrm>
            <a:off x="1609500" y="3193494"/>
            <a:ext cx="5857336" cy="1078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rtlCol="0" anchor="ctr">
            <a:normAutofit/>
          </a:bodyPr>
          <a:lstStyle/>
          <a:p>
            <a:endParaRPr lang="fr-FR" sz="1800" b="0" kern="0" dirty="0">
              <a:solidFill>
                <a:srgbClr val="FFFFFF"/>
              </a:solidFill>
              <a:latin typeface="Arial" panose="020B060402020202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89E0EDD1-6A49-4749-97E7-80D6B23B404E}"/>
              </a:ext>
            </a:extLst>
          </p:cNvPr>
          <p:cNvSpPr txBox="1"/>
          <p:nvPr userDrawn="1"/>
        </p:nvSpPr>
        <p:spPr>
          <a:xfrm>
            <a:off x="6429673" y="502438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8" tIns="45718" rIns="45718" bIns="45718" rtlCol="0" anchor="ctr">
            <a:normAutofit fontScale="25000" lnSpcReduction="20000"/>
          </a:bodyPr>
          <a:lstStyle/>
          <a:p>
            <a:endParaRPr lang="fr-FR" sz="400" b="0" kern="0" dirty="0">
              <a:solidFill>
                <a:srgbClr val="FFFFFF"/>
              </a:solidFill>
              <a:latin typeface="Arial" panose="020B0604020202020204" pitchFamily="34" charset="0"/>
              <a:cs typeface="Arial" panose="020B0604020202020204" pitchFamily="34" charset="0"/>
            </a:endParaRPr>
          </a:p>
        </p:txBody>
      </p:sp>
      <p:sp>
        <p:nvSpPr>
          <p:cNvPr id="6" name="Texte niveau 1…"/>
          <p:cNvSpPr txBox="1">
            <a:spLocks noGrp="1"/>
          </p:cNvSpPr>
          <p:nvPr>
            <p:ph type="body" sz="quarter" idx="10" hasCustomPrompt="1"/>
          </p:nvPr>
        </p:nvSpPr>
        <p:spPr>
          <a:xfrm>
            <a:off x="488516" y="4819132"/>
            <a:ext cx="8091814" cy="711142"/>
          </a:xfrm>
          <a:prstGeom prst="rect">
            <a:avLst/>
          </a:prstGeom>
        </p:spPr>
        <p:txBody>
          <a:bodyPr>
            <a:noAutofit/>
          </a:bodyPr>
          <a:lstStyle>
            <a:lvl1pPr marL="0" indent="0" algn="r">
              <a:buClrTx/>
              <a:buSzTx/>
              <a:buFontTx/>
              <a:buNone/>
              <a:defRPr sz="3600" b="1" i="0" baseline="0">
                <a:solidFill>
                  <a:srgbClr val="FFFFFF"/>
                </a:solidFill>
                <a:effectLst/>
                <a:latin typeface="Arial" panose="020B0604020202020204" pitchFamily="34" charset="0"/>
                <a:cs typeface="Arial" panose="020B0604020202020204" pitchFamily="34" charset="0"/>
              </a:defRPr>
            </a:lvl1pPr>
            <a:lvl2pPr marL="519642" indent="-514880">
              <a:buClrTx/>
              <a:buFontTx/>
              <a:buChar char="•"/>
              <a:defRPr sz="2800">
                <a:solidFill>
                  <a:srgbClr val="FFFFFF"/>
                </a:solidFill>
              </a:defRPr>
            </a:lvl2pPr>
            <a:lvl3pPr marL="841904" indent="-303741">
              <a:buClrTx/>
              <a:buSzPct val="100000"/>
              <a:buFontTx/>
              <a:buChar char="•"/>
              <a:defRPr sz="2800">
                <a:solidFill>
                  <a:srgbClr val="FFFFFF"/>
                </a:solidFill>
              </a:defRPr>
            </a:lvl3pPr>
            <a:lvl4pPr marL="1576705" indent="-240030">
              <a:buClrTx/>
              <a:buFontTx/>
              <a:buChar char="•"/>
              <a:defRPr sz="2800">
                <a:solidFill>
                  <a:srgbClr val="FFFFFF"/>
                </a:solidFill>
              </a:defRPr>
            </a:lvl4pPr>
            <a:lvl5pPr marL="1923413" indent="-364488">
              <a:buClrTx/>
              <a:buSzPct val="100000"/>
              <a:buFontTx/>
              <a:buChar char="•"/>
              <a:defRPr sz="2800">
                <a:solidFill>
                  <a:srgbClr val="FFFFFF"/>
                </a:solidFill>
              </a:defRPr>
            </a:lvl5pPr>
          </a:lstStyle>
          <a:p>
            <a:r>
              <a:rPr lang="fr-FR" dirty="0"/>
              <a:t>NOM EQUIPE ARIAL GRAS 36 (RECHERCHE ACTIONS, PRIMAIRE OBLIGATAIRE, …</a:t>
            </a:r>
          </a:p>
        </p:txBody>
      </p:sp>
      <p:sp>
        <p:nvSpPr>
          <p:cNvPr id="7" name="Texte niveau 1…"/>
          <p:cNvSpPr txBox="1">
            <a:spLocks noGrp="1"/>
          </p:cNvSpPr>
          <p:nvPr>
            <p:ph type="body" sz="quarter" idx="1" hasCustomPrompt="1"/>
          </p:nvPr>
        </p:nvSpPr>
        <p:spPr>
          <a:xfrm>
            <a:off x="488515" y="1886750"/>
            <a:ext cx="8091814" cy="2384905"/>
          </a:xfrm>
          <a:prstGeom prst="rect">
            <a:avLst/>
          </a:prstGeom>
        </p:spPr>
        <p:txBody>
          <a:bodyPr anchor="ctr" anchorCtr="0"/>
          <a:lstStyle>
            <a:lvl1pPr marL="0" marR="0" indent="0" algn="r" defTabSz="914400" rtl="0" eaLnBrk="1" fontAlgn="auto" latinLnBrk="0" hangingPunct="1">
              <a:lnSpc>
                <a:spcPct val="100000"/>
              </a:lnSpc>
              <a:spcBef>
                <a:spcPts val="0"/>
              </a:spcBef>
              <a:spcAft>
                <a:spcPts val="0"/>
              </a:spcAft>
              <a:buClrTx/>
              <a:buSzTx/>
              <a:buFontTx/>
              <a:buNone/>
              <a:tabLst/>
              <a:defRPr sz="6000" b="1" i="0" cap="none">
                <a:solidFill>
                  <a:srgbClr val="FFFFFF"/>
                </a:solidFill>
                <a:effectLst/>
                <a:latin typeface="Arial" panose="020B0604020202020204" pitchFamily="34" charset="0"/>
                <a:cs typeface="Arial" panose="020B0604020202020204" pitchFamily="34" charset="0"/>
              </a:defRPr>
            </a:lvl1pPr>
            <a:lvl2pPr marL="1108077" indent="-1103315" algn="r">
              <a:buClrTx/>
              <a:buFontTx/>
              <a:buChar char="•"/>
              <a:defRPr sz="6000" b="1" cap="all">
                <a:solidFill>
                  <a:srgbClr val="10385C"/>
                </a:solidFill>
              </a:defRPr>
            </a:lvl2pPr>
            <a:lvl3pPr marL="1189037" indent="-650875" algn="r">
              <a:buClrTx/>
              <a:buSzPct val="100000"/>
              <a:buFontTx/>
              <a:buChar char="•"/>
              <a:defRPr sz="6000" b="1" cap="all">
                <a:solidFill>
                  <a:srgbClr val="10385C"/>
                </a:solidFill>
              </a:defRPr>
            </a:lvl3pPr>
            <a:lvl4pPr marL="1851025" indent="-514350" algn="r">
              <a:buClrTx/>
              <a:buFontTx/>
              <a:buChar char="•"/>
              <a:defRPr sz="6000" b="1" cap="all">
                <a:solidFill>
                  <a:srgbClr val="10385C"/>
                </a:solidFill>
              </a:defRPr>
            </a:lvl4pPr>
            <a:lvl5pPr marL="2339975" indent="-781050" algn="r">
              <a:buClrTx/>
              <a:buSzPct val="100000"/>
              <a:buFontTx/>
              <a:buChar char="•"/>
              <a:defRPr sz="6000" b="1" cap="all">
                <a:solidFill>
                  <a:srgbClr val="10385C"/>
                </a:solidFill>
              </a:defRPr>
            </a:lvl5pPr>
          </a:lstStyle>
          <a:p>
            <a:pPr marL="0" marR="0" lvl="0" indent="0" algn="r" defTabSz="914400" rtl="0" eaLnBrk="1" fontAlgn="auto" latinLnBrk="0" hangingPunct="1">
              <a:lnSpc>
                <a:spcPct val="60000"/>
              </a:lnSpc>
              <a:spcBef>
                <a:spcPts val="1000"/>
              </a:spcBef>
              <a:spcAft>
                <a:spcPts val="0"/>
              </a:spcAft>
              <a:buClrTx/>
              <a:buSzTx/>
              <a:buFontTx/>
              <a:buNone/>
              <a:tabLst/>
              <a:defRPr/>
            </a:pPr>
            <a:r>
              <a:rPr lang="fr-FR" dirty="0"/>
              <a:t>TITRE / ENTREPRISE (MAJUSCULES, ARIAL 60 GRAS)</a:t>
            </a:r>
          </a:p>
        </p:txBody>
      </p:sp>
    </p:spTree>
    <p:extLst>
      <p:ext uri="{BB962C8B-B14F-4D97-AF65-F5344CB8AC3E}">
        <p14:creationId xmlns:p14="http://schemas.microsoft.com/office/powerpoint/2010/main" val="141049408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TITRE + TEXTE - video">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627" y="228664"/>
            <a:ext cx="9071374" cy="370800"/>
          </a:xfrm>
          <a:prstGeom prst="rect">
            <a:avLst/>
          </a:prstGeom>
        </p:spPr>
        <p:txBody>
          <a:bodyPr lIns="108000"/>
          <a:lstStyle>
            <a:lvl1pPr marL="0" marR="0" indent="0" algn="l" defTabSz="914400" rtl="0" latinLnBrk="0">
              <a:lnSpc>
                <a:spcPct val="90000"/>
              </a:lnSpc>
              <a:spcBef>
                <a:spcPts val="0"/>
              </a:spcBef>
              <a:spcAft>
                <a:spcPts val="0"/>
              </a:spcAft>
              <a:buClrTx/>
              <a:buSzTx/>
              <a:buFontTx/>
              <a:buNone/>
              <a:tabLst/>
              <a:defRPr lang="fr-FR" sz="3600" b="1" i="0" u="none" strike="noStrike" kern="1200" cap="none" spc="0" baseline="0" dirty="0">
                <a:solidFill>
                  <a:srgbClr val="FFFFFF"/>
                </a:solidFill>
                <a:uFillTx/>
                <a:latin typeface="Arial" panose="020B0604020202020204" pitchFamily="34" charset="0"/>
                <a:ea typeface="+mj-ea"/>
                <a:cs typeface="Arial" panose="020B0604020202020204" pitchFamily="34" charset="0"/>
                <a:sym typeface="Arial Narrow"/>
              </a:defRPr>
            </a:lvl1pPr>
          </a:lstStyle>
          <a:p>
            <a:r>
              <a:rPr lang="fr-FR" dirty="0"/>
              <a:t>TITRE maj </a:t>
            </a:r>
            <a:r>
              <a:rPr lang="fr-FR" dirty="0" err="1"/>
              <a:t>arial</a:t>
            </a:r>
            <a:r>
              <a:rPr lang="fr-FR" dirty="0"/>
              <a:t> 36 pts gras</a:t>
            </a:r>
          </a:p>
        </p:txBody>
      </p:sp>
      <p:sp>
        <p:nvSpPr>
          <p:cNvPr id="3"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5" name="Espace réservé du texte 4"/>
          <p:cNvSpPr>
            <a:spLocks noGrp="1"/>
          </p:cNvSpPr>
          <p:nvPr>
            <p:ph type="body" sz="quarter" idx="10" hasCustomPrompt="1"/>
          </p:nvPr>
        </p:nvSpPr>
        <p:spPr>
          <a:xfrm>
            <a:off x="72627" y="721466"/>
            <a:ext cx="8867674" cy="370800"/>
          </a:xfrm>
          <a:prstGeom prst="rect">
            <a:avLst/>
          </a:prstGeom>
        </p:spPr>
        <p:txBody>
          <a:bodyPr lIns="108000"/>
          <a:lstStyle>
            <a:lvl1pPr marL="0">
              <a:defRPr lang="fr-FR" sz="2300" b="1" i="1" u="none" strike="noStrike" kern="1200" cap="none" spc="0" baseline="0" dirty="0" smtClean="0">
                <a:solidFill>
                  <a:srgbClr val="FFFFFF"/>
                </a:solidFill>
                <a:uFillTx/>
                <a:latin typeface="Arial" panose="020B0604020202020204" pitchFamily="34" charset="0"/>
                <a:ea typeface="+mj-ea"/>
                <a:cs typeface="Arial" panose="020B0604020202020204" pitchFamily="34" charset="0"/>
                <a:sym typeface="Arial Narrow"/>
              </a:defRPr>
            </a:lvl1pPr>
          </a:lstStyle>
          <a:p>
            <a:pPr lvl="0"/>
            <a:r>
              <a:rPr lang="fr-FR" dirty="0"/>
              <a:t>Sous Titre </a:t>
            </a:r>
            <a:r>
              <a:rPr lang="fr-FR" dirty="0" err="1"/>
              <a:t>arial</a:t>
            </a:r>
            <a:r>
              <a:rPr lang="fr-FR" dirty="0"/>
              <a:t> </a:t>
            </a:r>
            <a:r>
              <a:rPr lang="fr-FR" dirty="0" err="1"/>
              <a:t>it</a:t>
            </a:r>
            <a:r>
              <a:rPr lang="fr-FR" dirty="0"/>
              <a:t> gras 23 pts </a:t>
            </a:r>
          </a:p>
        </p:txBody>
      </p:sp>
      <p:sp>
        <p:nvSpPr>
          <p:cNvPr id="7" name="Espace réservé du texte 6"/>
          <p:cNvSpPr>
            <a:spLocks noGrp="1"/>
          </p:cNvSpPr>
          <p:nvPr>
            <p:ph type="body" sz="quarter" idx="11" hasCustomPrompt="1"/>
          </p:nvPr>
        </p:nvSpPr>
        <p:spPr>
          <a:xfrm>
            <a:off x="356737" y="1371599"/>
            <a:ext cx="8310607" cy="4445541"/>
          </a:xfrm>
          <a:prstGeom prst="rect">
            <a:avLst/>
          </a:prstGeom>
        </p:spPr>
        <p:txBody>
          <a:bodyPr/>
          <a:lstStyle>
            <a:lvl1pPr marL="0" indent="0">
              <a:buFont typeface="Arial" panose="020B0604020202020204" pitchFamily="34" charset="0"/>
              <a:buChar char="•"/>
              <a:defRPr/>
            </a:lvl1pPr>
            <a:lvl2pPr>
              <a:buClr>
                <a:srgbClr val="5478B8"/>
              </a:buClr>
              <a:defRPr baseline="0">
                <a:solidFill>
                  <a:srgbClr val="5478B8"/>
                </a:solidFill>
              </a:defRPr>
            </a:lvl2pPr>
            <a:lvl3pPr marL="623888" indent="-263525">
              <a:buClr>
                <a:srgbClr val="5478B8"/>
              </a:buClr>
              <a:defRPr>
                <a:solidFill>
                  <a:srgbClr val="5478B8"/>
                </a:solidFill>
              </a:defRPr>
            </a:lvl3pPr>
            <a:lvl4pPr>
              <a:buClr>
                <a:srgbClr val="5478B8"/>
              </a:buClr>
              <a:defRPr baseline="0">
                <a:solidFill>
                  <a:srgbClr val="5478B8"/>
                </a:solidFill>
              </a:defRPr>
            </a:lvl4pPr>
          </a:lstStyle>
          <a:p>
            <a:pPr lvl="0"/>
            <a:r>
              <a:rPr lang="fr-FR" dirty="0"/>
              <a:t>Modifiez les styles du texte du masque Arial 20 pts espace avant 10 et interligne multiple 0,9</a:t>
            </a:r>
          </a:p>
          <a:p>
            <a:pPr lvl="1"/>
            <a:r>
              <a:rPr lang="fr-FR" dirty="0"/>
              <a:t>Deuxième niveau Arial 16 pts Espace avant 6 Interligne multiple 0,9</a:t>
            </a:r>
          </a:p>
          <a:p>
            <a:pPr lvl="2"/>
            <a:r>
              <a:rPr lang="fr-FR" dirty="0"/>
              <a:t>Troisième niveau Arial 16 pts Espace avant 6 Interligne multiple 0,9</a:t>
            </a:r>
          </a:p>
          <a:p>
            <a:pPr lvl="3"/>
            <a:r>
              <a:rPr lang="fr-FR" dirty="0"/>
              <a:t>Quatrième niveau Arial 14 pts Espace avant 6 Interligne multiple 0,9</a:t>
            </a:r>
          </a:p>
        </p:txBody>
      </p:sp>
      <p:sp>
        <p:nvSpPr>
          <p:cNvPr id="9" name="Espace réservé du texte 8"/>
          <p:cNvSpPr>
            <a:spLocks noGrp="1"/>
          </p:cNvSpPr>
          <p:nvPr>
            <p:ph type="body" sz="quarter" idx="12" hasCustomPrompt="1"/>
          </p:nvPr>
        </p:nvSpPr>
        <p:spPr>
          <a:xfrm>
            <a:off x="-4201" y="5973975"/>
            <a:ext cx="8868303" cy="486000"/>
          </a:xfrm>
          <a:prstGeom prst="rect">
            <a:avLst/>
          </a:prstGeom>
        </p:spPr>
        <p:txBody>
          <a:bodyPr lIns="108000"/>
          <a:lstStyle>
            <a:lvl1pPr>
              <a:defRPr sz="1600" baseline="0">
                <a:solidFill>
                  <a:srgbClr val="FFFFFF"/>
                </a:solidFill>
              </a:defRPr>
            </a:lvl1pPr>
          </a:lstStyle>
          <a:p>
            <a:pPr lvl="0"/>
            <a:r>
              <a:rPr lang="fr-FR" dirty="0"/>
              <a:t>Conclusion sur 2 lignes max – Arial 16 pts gras</a:t>
            </a:r>
          </a:p>
        </p:txBody>
      </p:sp>
    </p:spTree>
    <p:extLst>
      <p:ext uri="{BB962C8B-B14F-4D97-AF65-F5344CB8AC3E}">
        <p14:creationId xmlns:p14="http://schemas.microsoft.com/office/powerpoint/2010/main" val="174382147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MESSAGES CLES PAR 3 ">
    <p:spTree>
      <p:nvGrpSpPr>
        <p:cNvPr id="1" name=""/>
        <p:cNvGrpSpPr/>
        <p:nvPr/>
      </p:nvGrpSpPr>
      <p:grpSpPr>
        <a:xfrm>
          <a:off x="0" y="0"/>
          <a:ext cx="0" cy="0"/>
          <a:chOff x="0" y="0"/>
          <a:chExt cx="0" cy="0"/>
        </a:xfrm>
      </p:grpSpPr>
      <p:sp>
        <p:nvSpPr>
          <p:cNvPr id="29"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42" name="Title 1"/>
          <p:cNvSpPr>
            <a:spLocks noGrp="1"/>
          </p:cNvSpPr>
          <p:nvPr>
            <p:ph type="title" hasCustomPrompt="1"/>
          </p:nvPr>
        </p:nvSpPr>
        <p:spPr>
          <a:xfrm>
            <a:off x="72000" y="230400"/>
            <a:ext cx="9072000" cy="369660"/>
          </a:xfrm>
          <a:prstGeom prst="rect">
            <a:avLst/>
          </a:prstGeom>
        </p:spPr>
        <p:txBody>
          <a:bodyPr lIns="108000">
            <a:noAutofit/>
          </a:bodyPr>
          <a:lstStyle>
            <a:lvl1pPr>
              <a:defRPr lang="en-US" sz="3600" b="1" i="0"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43" name="Espace réservé du texte 10"/>
          <p:cNvSpPr>
            <a:spLocks noGrp="1"/>
          </p:cNvSpPr>
          <p:nvPr>
            <p:ph type="body" sz="quarter" idx="13" hasCustomPrompt="1"/>
          </p:nvPr>
        </p:nvSpPr>
        <p:spPr>
          <a:xfrm>
            <a:off x="72000" y="720000"/>
            <a:ext cx="8866800" cy="369318"/>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66" name="Légende"/>
          <p:cNvSpPr/>
          <p:nvPr userDrawn="1"/>
        </p:nvSpPr>
        <p:spPr>
          <a:xfrm flipH="1">
            <a:off x="2510686" y="3287001"/>
            <a:ext cx="5976882" cy="665733"/>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69" name="Légende"/>
          <p:cNvSpPr/>
          <p:nvPr userDrawn="1"/>
        </p:nvSpPr>
        <p:spPr>
          <a:xfrm flipH="1">
            <a:off x="2532117" y="4363264"/>
            <a:ext cx="5976882" cy="665733"/>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72" name="Légende"/>
          <p:cNvSpPr/>
          <p:nvPr userDrawn="1"/>
        </p:nvSpPr>
        <p:spPr>
          <a:xfrm flipH="1">
            <a:off x="2530800" y="2098864"/>
            <a:ext cx="6027115" cy="665733"/>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dirty="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99" name="Espace réservé du texte 38"/>
          <p:cNvSpPr>
            <a:spLocks noGrp="1"/>
          </p:cNvSpPr>
          <p:nvPr>
            <p:ph type="body" sz="quarter" idx="20" hasCustomPrompt="1"/>
          </p:nvPr>
        </p:nvSpPr>
        <p:spPr>
          <a:xfrm>
            <a:off x="2700322" y="2099477"/>
            <a:ext cx="5808677" cy="652316"/>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0"/>
              </a:spcAft>
              <a:buClr>
                <a:srgbClr val="707070"/>
              </a:buClr>
              <a:buSzPct val="100000"/>
              <a:buFont typeface="Calibri Light" panose="020F0302020204030204" pitchFamily="34" charset="0"/>
              <a:buNone/>
              <a:tabLst/>
              <a:defRPr sz="1600" b="1">
                <a:solidFill>
                  <a:srgbClr val="FFFFFF"/>
                </a:solidFill>
                <a:latin typeface="Arial" panose="020B0604020202020204" pitchFamily="34" charset="0"/>
                <a:cs typeface="Arial" panose="020B0604020202020204" pitchFamily="34" charset="0"/>
              </a:defRPr>
            </a:lvl1pPr>
          </a:lstStyle>
          <a:p>
            <a:pPr lvl="0"/>
            <a:r>
              <a:rPr lang="fr-FR" dirty="0"/>
              <a:t>Arial 16pts 2 lignes max – gras </a:t>
            </a:r>
          </a:p>
        </p:txBody>
      </p:sp>
      <p:sp>
        <p:nvSpPr>
          <p:cNvPr id="98" name="Espace réservé du texte 28"/>
          <p:cNvSpPr>
            <a:spLocks noGrp="1"/>
          </p:cNvSpPr>
          <p:nvPr>
            <p:ph type="body" sz="quarter" idx="19" hasCustomPrompt="1"/>
          </p:nvPr>
        </p:nvSpPr>
        <p:spPr>
          <a:xfrm>
            <a:off x="72000" y="5942696"/>
            <a:ext cx="8866800" cy="486000"/>
          </a:xfrm>
          <a:prstGeom prst="rect">
            <a:avLst/>
          </a:prstGeom>
          <a:noFill/>
        </p:spPr>
        <p:txBody>
          <a:bodyPr lIns="108000" anchor="t">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lang="fr-FR" sz="1600" b="1" i="0" u="none" strike="noStrike" cap="none" spc="0" baseline="0">
                <a:solidFill>
                  <a:srgbClr val="FFFFFF"/>
                </a:solidFill>
                <a:uFillTx/>
                <a:latin typeface="Arial" panose="020B0604020202020204" pitchFamily="34" charset="0"/>
                <a:ea typeface="Arial" panose="020B0604020202020204" pitchFamily="34" charset="0"/>
                <a:cs typeface="Arial" panose="020B0604020202020204" pitchFamily="34" charset="0"/>
                <a:sym typeface="Arial Narrow"/>
              </a:defRPr>
            </a:lvl1pPr>
          </a:lstStyle>
          <a:p>
            <a:pPr lvl="0"/>
            <a:r>
              <a:rPr lang="fr-FR" dirty="0"/>
              <a:t>Conclusion sur 2 lignes max -  Arial 16 pts gras</a:t>
            </a:r>
          </a:p>
        </p:txBody>
      </p:sp>
      <p:sp>
        <p:nvSpPr>
          <p:cNvPr id="104" name="Espace réservé du texte 38"/>
          <p:cNvSpPr>
            <a:spLocks noGrp="1"/>
          </p:cNvSpPr>
          <p:nvPr>
            <p:ph type="body" sz="quarter" idx="22" hasCustomPrompt="1"/>
          </p:nvPr>
        </p:nvSpPr>
        <p:spPr>
          <a:xfrm>
            <a:off x="2700000" y="3286651"/>
            <a:ext cx="5776229" cy="654289"/>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0"/>
              </a:spcAft>
              <a:buClr>
                <a:srgbClr val="707070"/>
              </a:buClr>
              <a:buSzPct val="100000"/>
              <a:buFont typeface="Calibri Light" panose="020F0302020204030204" pitchFamily="34" charset="0"/>
              <a:buNone/>
              <a:tabLst/>
              <a:defRPr sz="1600" b="1">
                <a:solidFill>
                  <a:srgbClr val="FFFFFF"/>
                </a:solidFill>
                <a:latin typeface="Arial" panose="020B0604020202020204" pitchFamily="34" charset="0"/>
                <a:cs typeface="Arial" panose="020B0604020202020204" pitchFamily="34" charset="0"/>
              </a:defRPr>
            </a:lvl1pPr>
          </a:lstStyle>
          <a:p>
            <a:pPr lvl="0"/>
            <a:r>
              <a:rPr lang="fr-FR" dirty="0"/>
              <a:t>Arial 16pts 2 lignes max – gras </a:t>
            </a:r>
          </a:p>
        </p:txBody>
      </p:sp>
      <p:sp>
        <p:nvSpPr>
          <p:cNvPr id="75" name="Espace réservé du texte 38"/>
          <p:cNvSpPr>
            <a:spLocks noGrp="1"/>
          </p:cNvSpPr>
          <p:nvPr>
            <p:ph type="body" sz="quarter" idx="24" hasCustomPrompt="1"/>
          </p:nvPr>
        </p:nvSpPr>
        <p:spPr>
          <a:xfrm>
            <a:off x="2700000" y="4364560"/>
            <a:ext cx="5773487" cy="65349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lvl="0"/>
            <a:r>
              <a:rPr lang="fr-FR" dirty="0"/>
              <a:t>Arial 16pts 2 lignes max – gras </a:t>
            </a:r>
          </a:p>
        </p:txBody>
      </p:sp>
      <p:sp>
        <p:nvSpPr>
          <p:cNvPr id="23" name="Figure"/>
          <p:cNvSpPr/>
          <p:nvPr userDrawn="1"/>
        </p:nvSpPr>
        <p:spPr>
          <a:xfrm rot="13560000">
            <a:off x="2093460" y="2234543"/>
            <a:ext cx="417108" cy="397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0" y="16856"/>
                </a:lnTo>
                <a:cubicBezTo>
                  <a:pt x="332" y="18109"/>
                  <a:pt x="873" y="19287"/>
                  <a:pt x="1771" y="20163"/>
                </a:cubicBezTo>
                <a:cubicBezTo>
                  <a:pt x="2671" y="21041"/>
                  <a:pt x="3865" y="21553"/>
                  <a:pt x="5120" y="21600"/>
                </a:cubicBezTo>
                <a:lnTo>
                  <a:pt x="21600" y="21571"/>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26" name="Rectangle aux angles arrondis"/>
          <p:cNvSpPr/>
          <p:nvPr userDrawn="1"/>
        </p:nvSpPr>
        <p:spPr>
          <a:xfrm>
            <a:off x="547410" y="3283978"/>
            <a:ext cx="1779720" cy="631431"/>
          </a:xfrm>
          <a:prstGeom prst="roundRect">
            <a:avLst>
              <a:gd name="adj" fmla="val 13505"/>
            </a:avLst>
          </a:pr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sp>
        <p:nvSpPr>
          <p:cNvPr id="25" name="Figure"/>
          <p:cNvSpPr/>
          <p:nvPr userDrawn="1"/>
        </p:nvSpPr>
        <p:spPr>
          <a:xfrm rot="13560000">
            <a:off x="2090838" y="3398158"/>
            <a:ext cx="417108" cy="397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0" y="16856"/>
                </a:lnTo>
                <a:cubicBezTo>
                  <a:pt x="332" y="18109"/>
                  <a:pt x="873" y="19287"/>
                  <a:pt x="1771" y="20163"/>
                </a:cubicBezTo>
                <a:cubicBezTo>
                  <a:pt x="2671" y="21041"/>
                  <a:pt x="3865" y="21553"/>
                  <a:pt x="5120" y="21600"/>
                </a:cubicBezTo>
                <a:lnTo>
                  <a:pt x="21600" y="21571"/>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24" name="Rectangle aux angles arrondis"/>
          <p:cNvSpPr/>
          <p:nvPr userDrawn="1"/>
        </p:nvSpPr>
        <p:spPr>
          <a:xfrm>
            <a:off x="544115" y="2120362"/>
            <a:ext cx="1779720" cy="631431"/>
          </a:xfrm>
          <a:prstGeom prst="roundRect">
            <a:avLst>
              <a:gd name="adj" fmla="val 13505"/>
            </a:avLst>
          </a:pr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sp>
        <p:nvSpPr>
          <p:cNvPr id="64" name="Espace réservé du texte 38"/>
          <p:cNvSpPr>
            <a:spLocks noGrp="1"/>
          </p:cNvSpPr>
          <p:nvPr>
            <p:ph type="body" sz="quarter" idx="23" hasCustomPrompt="1"/>
          </p:nvPr>
        </p:nvSpPr>
        <p:spPr>
          <a:xfrm>
            <a:off x="565663" y="4376592"/>
            <a:ext cx="1819827" cy="631431"/>
          </a:xfrm>
          <a:prstGeom prst="rect">
            <a:avLst/>
          </a:prstGeom>
          <a:noFill/>
        </p:spPr>
        <p:txBody>
          <a:bodyPr anchor="ctr" anchorCtr="0">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8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18 gras</a:t>
            </a:r>
          </a:p>
        </p:txBody>
      </p:sp>
      <p:sp>
        <p:nvSpPr>
          <p:cNvPr id="27" name="Figure"/>
          <p:cNvSpPr/>
          <p:nvPr userDrawn="1"/>
        </p:nvSpPr>
        <p:spPr>
          <a:xfrm rot="13560000">
            <a:off x="2100362" y="4495870"/>
            <a:ext cx="417108" cy="397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0" y="16856"/>
                </a:lnTo>
                <a:cubicBezTo>
                  <a:pt x="332" y="18109"/>
                  <a:pt x="873" y="19287"/>
                  <a:pt x="1771" y="20163"/>
                </a:cubicBezTo>
                <a:cubicBezTo>
                  <a:pt x="2671" y="21041"/>
                  <a:pt x="3865" y="21553"/>
                  <a:pt x="5120" y="21600"/>
                </a:cubicBezTo>
                <a:lnTo>
                  <a:pt x="21600" y="21571"/>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28" name="Rectangle aux angles arrondis"/>
          <p:cNvSpPr/>
          <p:nvPr userDrawn="1"/>
        </p:nvSpPr>
        <p:spPr>
          <a:xfrm>
            <a:off x="551017" y="4381689"/>
            <a:ext cx="1779720" cy="631431"/>
          </a:xfrm>
          <a:prstGeom prst="roundRect">
            <a:avLst>
              <a:gd name="adj" fmla="val 13505"/>
            </a:avLst>
          </a:pr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sp>
        <p:nvSpPr>
          <p:cNvPr id="30" name="Espace réservé du texte 28"/>
          <p:cNvSpPr>
            <a:spLocks noGrp="1"/>
          </p:cNvSpPr>
          <p:nvPr>
            <p:ph type="body" sz="quarter" idx="14" hasCustomPrompt="1"/>
          </p:nvPr>
        </p:nvSpPr>
        <p:spPr>
          <a:xfrm>
            <a:off x="537626" y="2132983"/>
            <a:ext cx="2020515" cy="599708"/>
          </a:xfrm>
          <a:prstGeom prst="rect">
            <a:avLst/>
          </a:prstGeom>
          <a:noFill/>
        </p:spPr>
        <p:txBody>
          <a:bodyPr anchor="ctr">
            <a:noAutofit/>
          </a:bodyPr>
          <a:lstStyle>
            <a:lvl1pPr marL="0" indent="0">
              <a:lnSpc>
                <a:spcPct val="70000"/>
              </a:lnSpc>
              <a:buNone/>
              <a:defRPr sz="1800" b="1">
                <a:solidFill>
                  <a:srgbClr val="F4F6FA"/>
                </a:solidFill>
                <a:latin typeface="Arial" panose="020B0604020202020204" pitchFamily="34" charset="0"/>
                <a:cs typeface="Arial" panose="020B0604020202020204" pitchFamily="34" charset="0"/>
              </a:defRPr>
            </a:lvl1pPr>
          </a:lstStyle>
          <a:p>
            <a:pPr lvl="0"/>
            <a:r>
              <a:rPr lang="fr-FR" dirty="0"/>
              <a:t>18 pts gras </a:t>
            </a:r>
            <a:br>
              <a:rPr lang="fr-FR" dirty="0"/>
            </a:br>
            <a:r>
              <a:rPr lang="fr-FR" dirty="0"/>
              <a:t>2 lignes max</a:t>
            </a:r>
          </a:p>
        </p:txBody>
      </p:sp>
      <p:sp>
        <p:nvSpPr>
          <p:cNvPr id="31" name="Espace réservé du texte 28"/>
          <p:cNvSpPr>
            <a:spLocks noGrp="1"/>
          </p:cNvSpPr>
          <p:nvPr>
            <p:ph type="body" sz="quarter" idx="25" hasCustomPrompt="1"/>
          </p:nvPr>
        </p:nvSpPr>
        <p:spPr>
          <a:xfrm>
            <a:off x="526993" y="3312016"/>
            <a:ext cx="2020515" cy="599708"/>
          </a:xfrm>
          <a:prstGeom prst="rect">
            <a:avLst/>
          </a:prstGeom>
          <a:noFill/>
        </p:spPr>
        <p:txBody>
          <a:bodyPr anchor="ctr">
            <a:noAutofit/>
          </a:bodyPr>
          <a:lstStyle>
            <a:lvl1pPr marL="0" indent="0">
              <a:lnSpc>
                <a:spcPct val="70000"/>
              </a:lnSpc>
              <a:buNone/>
              <a:defRPr sz="1800" b="1">
                <a:solidFill>
                  <a:srgbClr val="F4F6FA"/>
                </a:solidFill>
                <a:latin typeface="Arial" panose="020B0604020202020204" pitchFamily="34" charset="0"/>
                <a:cs typeface="Arial" panose="020B0604020202020204" pitchFamily="34" charset="0"/>
              </a:defRPr>
            </a:lvl1pPr>
          </a:lstStyle>
          <a:p>
            <a:pPr lvl="0"/>
            <a:r>
              <a:rPr lang="fr-FR" dirty="0"/>
              <a:t>18 pts gras </a:t>
            </a:r>
            <a:br>
              <a:rPr lang="fr-FR" dirty="0"/>
            </a:br>
            <a:r>
              <a:rPr lang="fr-FR" dirty="0"/>
              <a:t>2 lignes max</a:t>
            </a:r>
          </a:p>
        </p:txBody>
      </p:sp>
      <p:sp>
        <p:nvSpPr>
          <p:cNvPr id="32" name="Espace réservé du texte 28"/>
          <p:cNvSpPr>
            <a:spLocks noGrp="1"/>
          </p:cNvSpPr>
          <p:nvPr>
            <p:ph type="body" sz="quarter" idx="26" hasCustomPrompt="1"/>
          </p:nvPr>
        </p:nvSpPr>
        <p:spPr>
          <a:xfrm>
            <a:off x="526993" y="4387382"/>
            <a:ext cx="2020515" cy="599708"/>
          </a:xfrm>
          <a:prstGeom prst="rect">
            <a:avLst/>
          </a:prstGeom>
          <a:noFill/>
        </p:spPr>
        <p:txBody>
          <a:bodyPr anchor="ctr">
            <a:noAutofit/>
          </a:bodyPr>
          <a:lstStyle>
            <a:lvl1pPr marL="0" indent="0">
              <a:lnSpc>
                <a:spcPct val="70000"/>
              </a:lnSpc>
              <a:buNone/>
              <a:defRPr sz="1800" b="1">
                <a:solidFill>
                  <a:srgbClr val="F4F6FA"/>
                </a:solidFill>
                <a:latin typeface="Arial" panose="020B0604020202020204" pitchFamily="34" charset="0"/>
                <a:cs typeface="Arial" panose="020B0604020202020204" pitchFamily="34" charset="0"/>
              </a:defRPr>
            </a:lvl1pPr>
          </a:lstStyle>
          <a:p>
            <a:pPr lvl="0"/>
            <a:r>
              <a:rPr lang="fr-FR" dirty="0"/>
              <a:t>18 pts gras </a:t>
            </a:r>
            <a:br>
              <a:rPr lang="fr-FR" dirty="0"/>
            </a:br>
            <a:r>
              <a:rPr lang="fr-FR" dirty="0"/>
              <a:t>2 lignes max</a:t>
            </a:r>
          </a:p>
        </p:txBody>
      </p:sp>
    </p:spTree>
    <p:extLst>
      <p:ext uri="{BB962C8B-B14F-4D97-AF65-F5344CB8AC3E}">
        <p14:creationId xmlns:p14="http://schemas.microsoft.com/office/powerpoint/2010/main" val="3263455086"/>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bis) MESSAGES CLES ENUMERATION - video ">
    <p:spTree>
      <p:nvGrpSpPr>
        <p:cNvPr id="1" name=""/>
        <p:cNvGrpSpPr/>
        <p:nvPr/>
      </p:nvGrpSpPr>
      <p:grpSpPr>
        <a:xfrm>
          <a:off x="0" y="0"/>
          <a:ext cx="0" cy="0"/>
          <a:chOff x="0" y="0"/>
          <a:chExt cx="0" cy="0"/>
        </a:xfrm>
      </p:grpSpPr>
      <p:sp>
        <p:nvSpPr>
          <p:cNvPr id="25"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2" name="Titre 1"/>
          <p:cNvSpPr>
            <a:spLocks noGrp="1"/>
          </p:cNvSpPr>
          <p:nvPr>
            <p:ph type="title" hasCustomPrompt="1"/>
          </p:nvPr>
        </p:nvSpPr>
        <p:spPr>
          <a:xfrm>
            <a:off x="72000" y="230400"/>
            <a:ext cx="9072000" cy="370800"/>
          </a:xfrm>
          <a:prstGeom prst="rect">
            <a:avLst/>
          </a:prstGeom>
        </p:spPr>
        <p:txBody>
          <a:bodyPr lIns="108000"/>
          <a:lstStyle>
            <a:lvl1pPr>
              <a:defRPr/>
            </a:lvl1pPr>
          </a:lstStyle>
          <a:p>
            <a:r>
              <a:rPr lang="fr-FR" dirty="0"/>
              <a:t>TITRE maj </a:t>
            </a:r>
            <a:r>
              <a:rPr lang="fr-FR" dirty="0" err="1"/>
              <a:t>arial</a:t>
            </a:r>
            <a:r>
              <a:rPr lang="fr-FR" dirty="0"/>
              <a:t> 36 pts gras</a:t>
            </a:r>
          </a:p>
        </p:txBody>
      </p:sp>
      <p:sp>
        <p:nvSpPr>
          <p:cNvPr id="4" name="Espace réservé du texte 3"/>
          <p:cNvSpPr>
            <a:spLocks noGrp="1"/>
          </p:cNvSpPr>
          <p:nvPr>
            <p:ph type="body" sz="quarter" idx="10" hasCustomPrompt="1"/>
          </p:nvPr>
        </p:nvSpPr>
        <p:spPr>
          <a:xfrm>
            <a:off x="72000" y="720000"/>
            <a:ext cx="8881500" cy="370800"/>
          </a:xfrm>
          <a:prstGeom prst="rect">
            <a:avLst/>
          </a:prstGeom>
        </p:spPr>
        <p:txBody>
          <a:bodyPr lIns="108000"/>
          <a:lstStyle>
            <a:lvl1pPr marL="0">
              <a:defRPr lang="fr-FR" sz="2300" b="1" i="1" u="none" strike="noStrike" kern="1200" cap="none" spc="0" baseline="0" dirty="0">
                <a:solidFill>
                  <a:srgbClr val="FFFFFF"/>
                </a:solidFill>
                <a:uFillTx/>
                <a:latin typeface="Arial" panose="020B0604020202020204" pitchFamily="34" charset="0"/>
                <a:ea typeface="+mj-ea"/>
                <a:cs typeface="Arial" panose="020B0604020202020204" pitchFamily="34" charset="0"/>
                <a:sym typeface="Arial Narrow"/>
              </a:defRPr>
            </a:lvl1pPr>
          </a:lstStyle>
          <a:p>
            <a:pPr lvl="0"/>
            <a:r>
              <a:rPr lang="fr-FR" dirty="0"/>
              <a:t>Sous Titre </a:t>
            </a:r>
            <a:r>
              <a:rPr lang="fr-FR" dirty="0" err="1"/>
              <a:t>arial</a:t>
            </a:r>
            <a:r>
              <a:rPr lang="fr-FR" dirty="0"/>
              <a:t> </a:t>
            </a:r>
            <a:r>
              <a:rPr lang="fr-FR" dirty="0" err="1"/>
              <a:t>it</a:t>
            </a:r>
            <a:r>
              <a:rPr lang="fr-FR" dirty="0"/>
              <a:t> gras 23 pts </a:t>
            </a:r>
          </a:p>
        </p:txBody>
      </p:sp>
      <p:sp>
        <p:nvSpPr>
          <p:cNvPr id="6" name="Espace réservé du texte 4"/>
          <p:cNvSpPr>
            <a:spLocks noGrp="1"/>
          </p:cNvSpPr>
          <p:nvPr>
            <p:ph type="body" sz="quarter" idx="25" hasCustomPrompt="1"/>
          </p:nvPr>
        </p:nvSpPr>
        <p:spPr>
          <a:xfrm>
            <a:off x="72000" y="5957755"/>
            <a:ext cx="8881500" cy="486000"/>
          </a:xfrm>
          <a:prstGeom prst="rect">
            <a:avLst/>
          </a:prstGeom>
        </p:spPr>
        <p:txBody>
          <a:bodyPr lIns="108000">
            <a:noAutofit/>
          </a:bodyPr>
          <a:lstStyle>
            <a:lvl1pPr marL="0" indent="0">
              <a:lnSpc>
                <a:spcPct val="100000"/>
              </a:lnSpc>
              <a:spcBef>
                <a:spcPts val="0"/>
              </a:spcBef>
              <a:buFontTx/>
              <a:buNone/>
              <a:defRPr sz="1600" b="1">
                <a:solidFill>
                  <a:srgbClr val="FFFFFF"/>
                </a:solidFill>
                <a:latin typeface="Arial" panose="020B0604020202020204" pitchFamily="34" charset="0"/>
                <a:cs typeface="Arial" panose="020B0604020202020204" pitchFamily="34" charset="0"/>
              </a:defRPr>
            </a:lvl1pPr>
          </a:lstStyle>
          <a:p>
            <a:pPr lvl="0"/>
            <a:r>
              <a:rPr lang="fr-FR" dirty="0"/>
              <a:t>Conclusion sur 2 lignes max – Arial 16 pts gras </a:t>
            </a:r>
            <a:br>
              <a:rPr lang="fr-FR" dirty="0"/>
            </a:br>
            <a:endParaRPr lang="fr-FR" dirty="0"/>
          </a:p>
        </p:txBody>
      </p:sp>
      <p:sp>
        <p:nvSpPr>
          <p:cNvPr id="7" name="Légende"/>
          <p:cNvSpPr/>
          <p:nvPr userDrawn="1"/>
        </p:nvSpPr>
        <p:spPr>
          <a:xfrm flipH="1">
            <a:off x="1116882" y="4272816"/>
            <a:ext cx="7441018"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8" name="Espace réservé du texte 38"/>
          <p:cNvSpPr>
            <a:spLocks noGrp="1"/>
          </p:cNvSpPr>
          <p:nvPr>
            <p:ph type="body" sz="quarter" idx="21" hasCustomPrompt="1"/>
          </p:nvPr>
        </p:nvSpPr>
        <p:spPr>
          <a:xfrm>
            <a:off x="1389600" y="4272816"/>
            <a:ext cx="7164000" cy="557213"/>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0"/>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12 pts </a:t>
            </a:r>
          </a:p>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2 lignes max et gras</a:t>
            </a:r>
          </a:p>
        </p:txBody>
      </p:sp>
      <p:sp>
        <p:nvSpPr>
          <p:cNvPr id="16" name="Rectangle aux angles arrondis"/>
          <p:cNvSpPr/>
          <p:nvPr userDrawn="1"/>
        </p:nvSpPr>
        <p:spPr>
          <a:xfrm>
            <a:off x="495111" y="2185289"/>
            <a:ext cx="502457" cy="540977"/>
          </a:xfrm>
          <a:prstGeom prst="roundRect">
            <a:avLst>
              <a:gd name="adj" fmla="val 13505"/>
            </a:avLst>
          </a:prstGeom>
          <a:no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18" name="Légende"/>
          <p:cNvSpPr/>
          <p:nvPr userDrawn="1"/>
        </p:nvSpPr>
        <p:spPr>
          <a:xfrm flipH="1">
            <a:off x="1116882" y="3232416"/>
            <a:ext cx="7441019"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19" name="Espace réservé du texte 38"/>
          <p:cNvSpPr>
            <a:spLocks noGrp="1"/>
          </p:cNvSpPr>
          <p:nvPr>
            <p:ph type="body" sz="quarter" idx="19" hasCustomPrompt="1"/>
          </p:nvPr>
        </p:nvSpPr>
        <p:spPr>
          <a:xfrm>
            <a:off x="1390159" y="3232416"/>
            <a:ext cx="7164000" cy="576034"/>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0"/>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12 pts </a:t>
            </a:r>
            <a:br>
              <a:rPr lang="fr-FR" dirty="0"/>
            </a:br>
            <a:r>
              <a:rPr lang="fr-FR" dirty="0"/>
              <a:t>2 lignes max et gras</a:t>
            </a:r>
          </a:p>
        </p:txBody>
      </p:sp>
      <p:sp>
        <p:nvSpPr>
          <p:cNvPr id="20" name="Légende"/>
          <p:cNvSpPr/>
          <p:nvPr userDrawn="1"/>
        </p:nvSpPr>
        <p:spPr>
          <a:xfrm flipH="1">
            <a:off x="1116882" y="2184816"/>
            <a:ext cx="7441021"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21" name="Espace réservé du texte 38"/>
          <p:cNvSpPr>
            <a:spLocks noGrp="1"/>
          </p:cNvSpPr>
          <p:nvPr>
            <p:ph type="body" sz="quarter" idx="18" hasCustomPrompt="1"/>
          </p:nvPr>
        </p:nvSpPr>
        <p:spPr>
          <a:xfrm>
            <a:off x="1390159" y="2184816"/>
            <a:ext cx="7164000" cy="583234"/>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0"/>
              </a:spcAft>
              <a:buClr>
                <a:srgbClr val="707070"/>
              </a:buClr>
              <a:buSzPct val="100000"/>
              <a:buFont typeface="Calibri Light" panose="020F0302020204030204" pitchFamily="34" charset="0"/>
              <a:buNone/>
              <a:tabLst/>
              <a:defRPr sz="1600" b="1" baseline="0">
                <a:solidFill>
                  <a:srgbClr val="FFFFFF"/>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a:t>
            </a:r>
            <a:br>
              <a:rPr lang="fr-FR" dirty="0"/>
            </a:br>
            <a:r>
              <a:rPr lang="fr-FR" dirty="0"/>
              <a:t>2 lignes max et gras</a:t>
            </a:r>
          </a:p>
        </p:txBody>
      </p:sp>
      <p:grpSp>
        <p:nvGrpSpPr>
          <p:cNvPr id="28" name="Groupe 27"/>
          <p:cNvGrpSpPr/>
          <p:nvPr userDrawn="1"/>
        </p:nvGrpSpPr>
        <p:grpSpPr>
          <a:xfrm>
            <a:off x="530519" y="2209679"/>
            <a:ext cx="634745" cy="541586"/>
            <a:chOff x="544115" y="2295466"/>
            <a:chExt cx="634745" cy="541586"/>
          </a:xfrm>
        </p:grpSpPr>
        <p:sp>
          <p:nvSpPr>
            <p:cNvPr id="29"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30"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32" name="Rectangle aux angles arrondis"/>
          <p:cNvSpPr/>
          <p:nvPr userDrawn="1"/>
        </p:nvSpPr>
        <p:spPr>
          <a:xfrm>
            <a:off x="538813" y="2242860"/>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36" name="Groupe 35"/>
          <p:cNvGrpSpPr/>
          <p:nvPr userDrawn="1"/>
        </p:nvGrpSpPr>
        <p:grpSpPr>
          <a:xfrm>
            <a:off x="530519" y="3254468"/>
            <a:ext cx="634745" cy="541586"/>
            <a:chOff x="544115" y="2295466"/>
            <a:chExt cx="634745" cy="541586"/>
          </a:xfrm>
        </p:grpSpPr>
        <p:sp>
          <p:nvSpPr>
            <p:cNvPr id="37"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38"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14" name="Rectangle aux angles arrondis"/>
          <p:cNvSpPr/>
          <p:nvPr userDrawn="1"/>
        </p:nvSpPr>
        <p:spPr>
          <a:xfrm>
            <a:off x="551693" y="3264467"/>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39" name="Groupe 38"/>
          <p:cNvGrpSpPr/>
          <p:nvPr userDrawn="1"/>
        </p:nvGrpSpPr>
        <p:grpSpPr>
          <a:xfrm>
            <a:off x="535284" y="4303015"/>
            <a:ext cx="634745" cy="541586"/>
            <a:chOff x="544115" y="2295466"/>
            <a:chExt cx="634745" cy="541586"/>
          </a:xfrm>
        </p:grpSpPr>
        <p:sp>
          <p:nvSpPr>
            <p:cNvPr id="40"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1"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11" name="Rectangle aux angles arrondis"/>
          <p:cNvSpPr/>
          <p:nvPr userDrawn="1"/>
        </p:nvSpPr>
        <p:spPr>
          <a:xfrm>
            <a:off x="556760" y="4305892"/>
            <a:ext cx="495130" cy="530374"/>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III.</a:t>
            </a:r>
            <a:endParaRPr sz="1800" b="1" kern="0" dirty="0">
              <a:solidFill>
                <a:srgbClr val="FFFFFF"/>
              </a:solidFill>
              <a:latin typeface="Arial" panose="020B0604020202020204" pitchFamily="34" charset="0"/>
              <a:cs typeface="Arial" panose="020B0604020202020204" pitchFamily="34" charset="0"/>
              <a:sym typeface="Calibri"/>
            </a:endParaRPr>
          </a:p>
        </p:txBody>
      </p:sp>
    </p:spTree>
    <p:extLst>
      <p:ext uri="{BB962C8B-B14F-4D97-AF65-F5344CB8AC3E}">
        <p14:creationId xmlns:p14="http://schemas.microsoft.com/office/powerpoint/2010/main" val="3196672392"/>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MESSAGES CLES PAR 4 -Vidéo">
    <p:spTree>
      <p:nvGrpSpPr>
        <p:cNvPr id="1" name=""/>
        <p:cNvGrpSpPr/>
        <p:nvPr/>
      </p:nvGrpSpPr>
      <p:grpSpPr>
        <a:xfrm>
          <a:off x="0" y="0"/>
          <a:ext cx="0" cy="0"/>
          <a:chOff x="0" y="0"/>
          <a:chExt cx="0" cy="0"/>
        </a:xfrm>
      </p:grpSpPr>
      <p:sp>
        <p:nvSpPr>
          <p:cNvPr id="30"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53" name="Légende"/>
          <p:cNvSpPr/>
          <p:nvPr/>
        </p:nvSpPr>
        <p:spPr>
          <a:xfrm flipH="1">
            <a:off x="2815905" y="2804344"/>
            <a:ext cx="5695933" cy="631431"/>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F4F6FA"/>
              </a:solidFill>
              <a:latin typeface="Arial" panose="020B0604020202020204" pitchFamily="34" charset="0"/>
              <a:ea typeface="Helvetica Neue Medium"/>
              <a:cs typeface="Arial" panose="020B0604020202020204" pitchFamily="34" charset="0"/>
              <a:sym typeface="Helvetica Neue Medium"/>
            </a:endParaRPr>
          </a:p>
        </p:txBody>
      </p:sp>
      <p:sp>
        <p:nvSpPr>
          <p:cNvPr id="43" name="Légende"/>
          <p:cNvSpPr/>
          <p:nvPr/>
        </p:nvSpPr>
        <p:spPr>
          <a:xfrm flipH="1">
            <a:off x="2815905" y="3808771"/>
            <a:ext cx="5695933" cy="631431"/>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F4F6FA"/>
              </a:solidFill>
              <a:latin typeface="Arial" panose="020B0604020202020204" pitchFamily="34" charset="0"/>
              <a:ea typeface="Helvetica Neue Medium"/>
              <a:cs typeface="Arial" panose="020B0604020202020204" pitchFamily="34" charset="0"/>
              <a:sym typeface="Helvetica Neue Medium"/>
            </a:endParaRPr>
          </a:p>
        </p:txBody>
      </p:sp>
      <p:sp>
        <p:nvSpPr>
          <p:cNvPr id="39" name="Espace réservé du texte 38"/>
          <p:cNvSpPr>
            <a:spLocks noGrp="1"/>
          </p:cNvSpPr>
          <p:nvPr>
            <p:ph type="body" sz="quarter" idx="18" hasCustomPrompt="1"/>
          </p:nvPr>
        </p:nvSpPr>
        <p:spPr>
          <a:xfrm>
            <a:off x="72000" y="5928259"/>
            <a:ext cx="8502566" cy="486000"/>
          </a:xfrm>
          <a:prstGeom prst="rect">
            <a:avLst/>
          </a:prstGeom>
          <a:noFill/>
        </p:spPr>
        <p:txBody>
          <a:bodyPr lIns="108000" anchor="t" anchorCtr="0">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lvl="0"/>
            <a:r>
              <a:rPr lang="fr-FR" dirty="0"/>
              <a:t>Conclusion sur 2 lignes max -  Arial 16 pts gras</a:t>
            </a:r>
          </a:p>
        </p:txBody>
      </p:sp>
      <p:sp>
        <p:nvSpPr>
          <p:cNvPr id="56" name="Légende"/>
          <p:cNvSpPr/>
          <p:nvPr/>
        </p:nvSpPr>
        <p:spPr>
          <a:xfrm flipH="1">
            <a:off x="2815006" y="4813199"/>
            <a:ext cx="5695933" cy="631431"/>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F4F6FA"/>
              </a:solidFill>
              <a:latin typeface="Arial" panose="020B0604020202020204" pitchFamily="34" charset="0"/>
              <a:ea typeface="Helvetica Neue Medium"/>
              <a:cs typeface="Arial" panose="020B0604020202020204" pitchFamily="34" charset="0"/>
              <a:sym typeface="Helvetica Neue Medium"/>
            </a:endParaRPr>
          </a:p>
        </p:txBody>
      </p:sp>
      <p:sp>
        <p:nvSpPr>
          <p:cNvPr id="59" name="Espace réservé du texte 38"/>
          <p:cNvSpPr>
            <a:spLocks noGrp="1"/>
          </p:cNvSpPr>
          <p:nvPr userDrawn="1">
            <p:ph type="body" sz="quarter" idx="21" hasCustomPrompt="1"/>
          </p:nvPr>
        </p:nvSpPr>
        <p:spPr>
          <a:xfrm>
            <a:off x="2970000" y="2806995"/>
            <a:ext cx="5491444" cy="611684"/>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a:solidFill>
                  <a:srgbClr val="F4F6FA"/>
                </a:solidFill>
                <a:latin typeface="Arial" panose="020B0604020202020204" pitchFamily="34" charset="0"/>
                <a:cs typeface="Arial" panose="020B0604020202020204" pitchFamily="34" charset="0"/>
              </a:defRPr>
            </a:lvl1pPr>
          </a:lstStyle>
          <a:p>
            <a:pPr lvl="0"/>
            <a:r>
              <a:rPr lang="fr-FR" dirty="0"/>
              <a:t>Arial 16 pts 2 lignes max – gras</a:t>
            </a:r>
          </a:p>
        </p:txBody>
      </p:sp>
      <p:sp>
        <p:nvSpPr>
          <p:cNvPr id="62" name="Espace réservé du texte 28"/>
          <p:cNvSpPr>
            <a:spLocks noGrp="1"/>
          </p:cNvSpPr>
          <p:nvPr userDrawn="1">
            <p:ph type="body" sz="quarter" idx="23" hasCustomPrompt="1"/>
          </p:nvPr>
        </p:nvSpPr>
        <p:spPr>
          <a:xfrm>
            <a:off x="2970000" y="3816911"/>
            <a:ext cx="5491443" cy="617926"/>
          </a:xfrm>
          <a:prstGeom prst="rect">
            <a:avLst/>
          </a:prstGeom>
          <a:solidFill>
            <a:srgbClr val="5478B8"/>
          </a:solidFill>
        </p:spPr>
        <p:txBody>
          <a:bodyPr anchor="ctr">
            <a:noAutofit/>
          </a:bodyPr>
          <a:lstStyle>
            <a:lvl1pPr marL="0" indent="0">
              <a:lnSpc>
                <a:spcPct val="100000"/>
              </a:lnSpc>
              <a:spcBef>
                <a:spcPts val="0"/>
              </a:spcBef>
              <a:spcAft>
                <a:spcPts val="75"/>
              </a:spcAft>
              <a:buNone/>
              <a:defRPr sz="1600" b="1" baseline="0">
                <a:solidFill>
                  <a:srgbClr val="F4F6FA"/>
                </a:solidFill>
                <a:latin typeface="Arial" panose="020B0604020202020204" pitchFamily="34" charset="0"/>
                <a:cs typeface="Arial" panose="020B0604020202020204" pitchFamily="34" charset="0"/>
              </a:defRPr>
            </a:lvl1pPr>
          </a:lstStyle>
          <a:p>
            <a:pPr lvl="0"/>
            <a:r>
              <a:rPr lang="fr-FR" dirty="0"/>
              <a:t>Arial 16 pts 2 lignes max – gras</a:t>
            </a:r>
          </a:p>
        </p:txBody>
      </p:sp>
      <p:sp>
        <p:nvSpPr>
          <p:cNvPr id="36" name="Title 1"/>
          <p:cNvSpPr>
            <a:spLocks noGrp="1"/>
          </p:cNvSpPr>
          <p:nvPr userDrawn="1">
            <p:ph type="title" hasCustomPrompt="1"/>
          </p:nvPr>
        </p:nvSpPr>
        <p:spPr>
          <a:xfrm>
            <a:off x="72000" y="230400"/>
            <a:ext cx="9072000" cy="369660"/>
          </a:xfrm>
          <a:prstGeom prst="rect">
            <a:avLst/>
          </a:prstGeom>
        </p:spPr>
        <p:txBody>
          <a:bodyPr lIns="108000">
            <a:noAutofit/>
          </a:bodyPr>
          <a:lstStyle>
            <a:lvl1pPr>
              <a:defRPr lang="en-US" sz="3600" b="1" i="0"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40" name="Espace réservé du texte 10"/>
          <p:cNvSpPr>
            <a:spLocks noGrp="1"/>
          </p:cNvSpPr>
          <p:nvPr userDrawn="1">
            <p:ph type="body" sz="quarter" idx="13" hasCustomPrompt="1"/>
          </p:nvPr>
        </p:nvSpPr>
        <p:spPr>
          <a:xfrm>
            <a:off x="72000" y="720000"/>
            <a:ext cx="9072000" cy="369318"/>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37" name="Espace réservé du texte 4"/>
          <p:cNvSpPr>
            <a:spLocks noGrp="1"/>
          </p:cNvSpPr>
          <p:nvPr userDrawn="1">
            <p:ph type="body" sz="quarter" idx="25" hasCustomPrompt="1"/>
          </p:nvPr>
        </p:nvSpPr>
        <p:spPr>
          <a:xfrm>
            <a:off x="2969519" y="4826178"/>
            <a:ext cx="5498953" cy="583236"/>
          </a:xfrm>
          <a:prstGeom prst="rect">
            <a:avLst/>
          </a:prstGeom>
        </p:spPr>
        <p:txBody>
          <a:bodyPr anchor="ctr" anchorCtr="0"/>
          <a:lstStyle>
            <a:lvl1pPr marL="0" indent="0">
              <a:lnSpc>
                <a:spcPct val="100000"/>
              </a:lnSpc>
              <a:spcBef>
                <a:spcPts val="0"/>
              </a:spcBef>
              <a:spcAft>
                <a:spcPts val="75"/>
              </a:spcAft>
              <a:buFontTx/>
              <a:buNone/>
              <a:defRPr sz="1600" b="1" baseline="0">
                <a:solidFill>
                  <a:srgbClr val="FFFFFF"/>
                </a:solidFill>
                <a:latin typeface="Arial" panose="020B0604020202020204" pitchFamily="34" charset="0"/>
                <a:cs typeface="Arial" panose="020B0604020202020204" pitchFamily="34" charset="0"/>
              </a:defRPr>
            </a:lvl1pPr>
          </a:lstStyle>
          <a:p>
            <a:pPr lvl="0"/>
            <a:r>
              <a:rPr lang="fr-FR" dirty="0"/>
              <a:t>Arial 16 pts 2 lignes max – gras</a:t>
            </a:r>
          </a:p>
        </p:txBody>
      </p:sp>
      <p:sp>
        <p:nvSpPr>
          <p:cNvPr id="67" name="Légende"/>
          <p:cNvSpPr/>
          <p:nvPr/>
        </p:nvSpPr>
        <p:spPr>
          <a:xfrm flipH="1">
            <a:off x="2815905" y="1799917"/>
            <a:ext cx="5695933" cy="631431"/>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kern="0">
              <a:solidFill>
                <a:srgbClr val="F4F6FA"/>
              </a:solidFill>
              <a:latin typeface="Arial" panose="020B0604020202020204" pitchFamily="34" charset="0"/>
              <a:ea typeface="Helvetica Neue Medium"/>
              <a:cs typeface="Arial" panose="020B0604020202020204" pitchFamily="34" charset="0"/>
              <a:sym typeface="Helvetica Neue Medium"/>
            </a:endParaRPr>
          </a:p>
        </p:txBody>
      </p:sp>
      <p:grpSp>
        <p:nvGrpSpPr>
          <p:cNvPr id="5" name="Groupe 4"/>
          <p:cNvGrpSpPr/>
          <p:nvPr userDrawn="1"/>
        </p:nvGrpSpPr>
        <p:grpSpPr>
          <a:xfrm>
            <a:off x="524701" y="1806035"/>
            <a:ext cx="2255620" cy="631431"/>
            <a:chOff x="524701" y="2022607"/>
            <a:chExt cx="2255620" cy="631431"/>
          </a:xfrm>
        </p:grpSpPr>
        <p:sp>
          <p:nvSpPr>
            <p:cNvPr id="34" name="Figure"/>
            <p:cNvSpPr/>
            <p:nvPr userDrawn="1"/>
          </p:nvSpPr>
          <p:spPr>
            <a:xfrm rot="13560000">
              <a:off x="2373115" y="2136788"/>
              <a:ext cx="417108" cy="397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0" y="16856"/>
                  </a:lnTo>
                  <a:cubicBezTo>
                    <a:pt x="332" y="18109"/>
                    <a:pt x="873" y="19287"/>
                    <a:pt x="1771" y="20163"/>
                  </a:cubicBezTo>
                  <a:cubicBezTo>
                    <a:pt x="2671" y="21041"/>
                    <a:pt x="3865" y="21553"/>
                    <a:pt x="5120" y="21600"/>
                  </a:cubicBezTo>
                  <a:lnTo>
                    <a:pt x="21600" y="21571"/>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41" name="Rectangle aux angles arrondis"/>
            <p:cNvSpPr/>
            <p:nvPr userDrawn="1"/>
          </p:nvSpPr>
          <p:spPr>
            <a:xfrm>
              <a:off x="524701" y="2022607"/>
              <a:ext cx="2078789" cy="631431"/>
            </a:xfrm>
            <a:prstGeom prst="roundRect">
              <a:avLst>
                <a:gd name="adj" fmla="val 13505"/>
              </a:avLst>
            </a:pr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45" name="Espace réservé du texte 38"/>
          <p:cNvSpPr>
            <a:spLocks noGrp="1"/>
          </p:cNvSpPr>
          <p:nvPr userDrawn="1">
            <p:ph type="body" sz="quarter" idx="26" hasCustomPrompt="1"/>
          </p:nvPr>
        </p:nvSpPr>
        <p:spPr>
          <a:xfrm>
            <a:off x="526044" y="1809133"/>
            <a:ext cx="2033683" cy="628644"/>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8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18 pts gras</a:t>
            </a:r>
            <a:br>
              <a:rPr lang="fr-FR" dirty="0"/>
            </a:br>
            <a:r>
              <a:rPr lang="fr-FR" dirty="0"/>
              <a:t>2 lignes max</a:t>
            </a:r>
          </a:p>
        </p:txBody>
      </p:sp>
      <p:grpSp>
        <p:nvGrpSpPr>
          <p:cNvPr id="7" name="Groupe 6"/>
          <p:cNvGrpSpPr/>
          <p:nvPr userDrawn="1"/>
        </p:nvGrpSpPr>
        <p:grpSpPr>
          <a:xfrm>
            <a:off x="538096" y="2808423"/>
            <a:ext cx="2255620" cy="631431"/>
            <a:chOff x="568576" y="2973990"/>
            <a:chExt cx="2255620" cy="631431"/>
          </a:xfrm>
        </p:grpSpPr>
        <p:sp>
          <p:nvSpPr>
            <p:cNvPr id="76" name="Figure"/>
            <p:cNvSpPr/>
            <p:nvPr userDrawn="1"/>
          </p:nvSpPr>
          <p:spPr>
            <a:xfrm rot="13560000">
              <a:off x="2416990" y="3091053"/>
              <a:ext cx="417108" cy="397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0" y="16856"/>
                  </a:lnTo>
                  <a:cubicBezTo>
                    <a:pt x="332" y="18109"/>
                    <a:pt x="873" y="19287"/>
                    <a:pt x="1771" y="20163"/>
                  </a:cubicBezTo>
                  <a:cubicBezTo>
                    <a:pt x="2671" y="21041"/>
                    <a:pt x="3865" y="21553"/>
                    <a:pt x="5120" y="21600"/>
                  </a:cubicBezTo>
                  <a:lnTo>
                    <a:pt x="21600" y="21571"/>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77" name="Rectangle aux angles arrondis"/>
            <p:cNvSpPr/>
            <p:nvPr userDrawn="1"/>
          </p:nvSpPr>
          <p:spPr>
            <a:xfrm>
              <a:off x="568576" y="2973990"/>
              <a:ext cx="2078789" cy="631431"/>
            </a:xfrm>
            <a:prstGeom prst="roundRect">
              <a:avLst>
                <a:gd name="adj" fmla="val 13505"/>
              </a:avLst>
            </a:prstGeom>
            <a:solidFill>
              <a:srgbClr val="44546A"/>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grpSp>
        <p:nvGrpSpPr>
          <p:cNvPr id="8" name="Groupe 7"/>
          <p:cNvGrpSpPr/>
          <p:nvPr userDrawn="1"/>
        </p:nvGrpSpPr>
        <p:grpSpPr>
          <a:xfrm>
            <a:off x="524702" y="3810811"/>
            <a:ext cx="2255620" cy="631431"/>
            <a:chOff x="524702" y="4042310"/>
            <a:chExt cx="2255620" cy="631431"/>
          </a:xfrm>
        </p:grpSpPr>
        <p:sp>
          <p:nvSpPr>
            <p:cNvPr id="78" name="Figure"/>
            <p:cNvSpPr/>
            <p:nvPr userDrawn="1"/>
          </p:nvSpPr>
          <p:spPr>
            <a:xfrm rot="13560000">
              <a:off x="2373116" y="4152280"/>
              <a:ext cx="417108" cy="397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0" y="16856"/>
                  </a:lnTo>
                  <a:cubicBezTo>
                    <a:pt x="332" y="18109"/>
                    <a:pt x="873" y="19287"/>
                    <a:pt x="1771" y="20163"/>
                  </a:cubicBezTo>
                  <a:cubicBezTo>
                    <a:pt x="2671" y="21041"/>
                    <a:pt x="3865" y="21553"/>
                    <a:pt x="5120" y="21600"/>
                  </a:cubicBezTo>
                  <a:lnTo>
                    <a:pt x="21600" y="21571"/>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79" name="Rectangle aux angles arrondis"/>
            <p:cNvSpPr/>
            <p:nvPr userDrawn="1"/>
          </p:nvSpPr>
          <p:spPr>
            <a:xfrm>
              <a:off x="524702" y="4042310"/>
              <a:ext cx="2078789" cy="631431"/>
            </a:xfrm>
            <a:prstGeom prst="roundRect">
              <a:avLst>
                <a:gd name="adj" fmla="val 13505"/>
              </a:avLst>
            </a:pr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grpSp>
        <p:nvGrpSpPr>
          <p:cNvPr id="9" name="Groupe 8"/>
          <p:cNvGrpSpPr/>
          <p:nvPr userDrawn="1"/>
        </p:nvGrpSpPr>
        <p:grpSpPr>
          <a:xfrm>
            <a:off x="491669" y="4813199"/>
            <a:ext cx="2255620" cy="631431"/>
            <a:chOff x="491669" y="5029771"/>
            <a:chExt cx="2255620" cy="631431"/>
          </a:xfrm>
        </p:grpSpPr>
        <p:sp>
          <p:nvSpPr>
            <p:cNvPr id="80" name="Figure"/>
            <p:cNvSpPr/>
            <p:nvPr userDrawn="1"/>
          </p:nvSpPr>
          <p:spPr>
            <a:xfrm rot="13560000">
              <a:off x="2340083" y="5146834"/>
              <a:ext cx="417108" cy="39730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0" y="16856"/>
                  </a:lnTo>
                  <a:cubicBezTo>
                    <a:pt x="332" y="18109"/>
                    <a:pt x="873" y="19287"/>
                    <a:pt x="1771" y="20163"/>
                  </a:cubicBezTo>
                  <a:cubicBezTo>
                    <a:pt x="2671" y="21041"/>
                    <a:pt x="3865" y="21553"/>
                    <a:pt x="5120" y="21600"/>
                  </a:cubicBezTo>
                  <a:lnTo>
                    <a:pt x="21600" y="21571"/>
                  </a:lnTo>
                  <a:lnTo>
                    <a:pt x="0" y="0"/>
                  </a:lnTo>
                  <a:close/>
                </a:path>
              </a:pathLst>
            </a:custGeom>
            <a:solidFill>
              <a:srgbClr val="2F3989"/>
            </a:solidFill>
            <a:ln w="12700" cap="flat">
              <a:noFill/>
              <a:miter lim="400000"/>
            </a:ln>
            <a:effectLst/>
          </p:spPr>
          <p:txBody>
            <a:bodyPr wrap="square" lIns="45718" tIns="45718" rIns="45718" bIns="45718" numCol="1" anchor="ctr">
              <a:noAutofit/>
            </a:bodyPr>
            <a:lstStyle/>
            <a:p>
              <a:pPr hangingPunct="0"/>
              <a:endParaRPr sz="1600" kern="0" dirty="0">
                <a:solidFill>
                  <a:srgbClr val="000000"/>
                </a:solidFill>
                <a:latin typeface="Arial" panose="020B0604020202020204" pitchFamily="34" charset="0"/>
                <a:cs typeface="Arial" panose="020B0604020202020204" pitchFamily="34" charset="0"/>
                <a:sym typeface="Calibri"/>
              </a:endParaRPr>
            </a:p>
          </p:txBody>
        </p:sp>
        <p:sp>
          <p:nvSpPr>
            <p:cNvPr id="81" name="Rectangle aux angles arrondis"/>
            <p:cNvSpPr/>
            <p:nvPr userDrawn="1"/>
          </p:nvSpPr>
          <p:spPr>
            <a:xfrm>
              <a:off x="491669" y="5029771"/>
              <a:ext cx="2078789" cy="631431"/>
            </a:xfrm>
            <a:prstGeom prst="roundRect">
              <a:avLst>
                <a:gd name="adj" fmla="val 13505"/>
              </a:avLst>
            </a:prstGeom>
            <a:solidFill>
              <a:srgbClr val="2F3989"/>
            </a:solid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82" name="Espace réservé du texte 38"/>
          <p:cNvSpPr>
            <a:spLocks noGrp="1"/>
          </p:cNvSpPr>
          <p:nvPr userDrawn="1">
            <p:ph type="body" sz="quarter" idx="27" hasCustomPrompt="1"/>
          </p:nvPr>
        </p:nvSpPr>
        <p:spPr>
          <a:xfrm>
            <a:off x="549884" y="2803827"/>
            <a:ext cx="2033683" cy="628644"/>
          </a:xfrm>
          <a:prstGeom prst="rect">
            <a:avLst/>
          </a:prstGeom>
          <a:solidFill>
            <a:srgbClr val="2F3989"/>
          </a:solid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8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18 pts gras</a:t>
            </a:r>
            <a:br>
              <a:rPr lang="fr-FR" dirty="0"/>
            </a:br>
            <a:r>
              <a:rPr lang="fr-FR" dirty="0"/>
              <a:t>2 lignes max</a:t>
            </a:r>
          </a:p>
        </p:txBody>
      </p:sp>
      <p:sp>
        <p:nvSpPr>
          <p:cNvPr id="83" name="Espace réservé du texte 38"/>
          <p:cNvSpPr>
            <a:spLocks noGrp="1"/>
          </p:cNvSpPr>
          <p:nvPr userDrawn="1">
            <p:ph type="body" sz="quarter" idx="28" hasCustomPrompt="1"/>
          </p:nvPr>
        </p:nvSpPr>
        <p:spPr>
          <a:xfrm>
            <a:off x="527330" y="3820038"/>
            <a:ext cx="2033683" cy="628644"/>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8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18 pts gras</a:t>
            </a:r>
            <a:br>
              <a:rPr lang="fr-FR" dirty="0"/>
            </a:br>
            <a:r>
              <a:rPr lang="fr-FR" dirty="0"/>
              <a:t>2 lignes max</a:t>
            </a:r>
          </a:p>
        </p:txBody>
      </p:sp>
      <p:sp>
        <p:nvSpPr>
          <p:cNvPr id="84" name="Espace réservé du texte 38"/>
          <p:cNvSpPr>
            <a:spLocks noGrp="1"/>
          </p:cNvSpPr>
          <p:nvPr userDrawn="1">
            <p:ph type="body" sz="quarter" idx="29" hasCustomPrompt="1"/>
          </p:nvPr>
        </p:nvSpPr>
        <p:spPr>
          <a:xfrm>
            <a:off x="494088" y="4816032"/>
            <a:ext cx="2033683" cy="628644"/>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8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18 pts gras</a:t>
            </a:r>
            <a:br>
              <a:rPr lang="fr-FR" dirty="0"/>
            </a:br>
            <a:r>
              <a:rPr lang="fr-FR" dirty="0"/>
              <a:t>2 lignes max</a:t>
            </a:r>
          </a:p>
        </p:txBody>
      </p:sp>
      <p:sp>
        <p:nvSpPr>
          <p:cNvPr id="31" name="Espace réservé du texte 38"/>
          <p:cNvSpPr>
            <a:spLocks noGrp="1"/>
          </p:cNvSpPr>
          <p:nvPr>
            <p:ph type="body" sz="quarter" idx="30" hasCustomPrompt="1"/>
          </p:nvPr>
        </p:nvSpPr>
        <p:spPr>
          <a:xfrm>
            <a:off x="2977442" y="1809133"/>
            <a:ext cx="5491444" cy="619608"/>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a:solidFill>
                  <a:srgbClr val="F4F6FA"/>
                </a:solidFill>
                <a:latin typeface="Arial" panose="020B0604020202020204" pitchFamily="34" charset="0"/>
                <a:cs typeface="Arial" panose="020B0604020202020204" pitchFamily="34" charset="0"/>
              </a:defRPr>
            </a:lvl1pPr>
          </a:lstStyle>
          <a:p>
            <a:pPr lvl="0"/>
            <a:r>
              <a:rPr lang="fr-FR" dirty="0"/>
              <a:t>Arial 16 pts 2 lignes max – gras</a:t>
            </a:r>
          </a:p>
        </p:txBody>
      </p:sp>
    </p:spTree>
    <p:extLst>
      <p:ext uri="{BB962C8B-B14F-4D97-AF65-F5344CB8AC3E}">
        <p14:creationId xmlns:p14="http://schemas.microsoft.com/office/powerpoint/2010/main" val="46696332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 bis) MESSAGES CLES ENUMERATION - video ">
    <p:spTree>
      <p:nvGrpSpPr>
        <p:cNvPr id="1" name=""/>
        <p:cNvGrpSpPr/>
        <p:nvPr/>
      </p:nvGrpSpPr>
      <p:grpSpPr>
        <a:xfrm>
          <a:off x="0" y="0"/>
          <a:ext cx="0" cy="0"/>
          <a:chOff x="0" y="0"/>
          <a:chExt cx="0" cy="0"/>
        </a:xfrm>
      </p:grpSpPr>
      <p:sp>
        <p:nvSpPr>
          <p:cNvPr id="32"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24" name="Légende"/>
          <p:cNvSpPr/>
          <p:nvPr/>
        </p:nvSpPr>
        <p:spPr>
          <a:xfrm flipH="1">
            <a:off x="1240281" y="1918889"/>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39" name="Espace réservé du texte 38"/>
          <p:cNvSpPr>
            <a:spLocks noGrp="1"/>
          </p:cNvSpPr>
          <p:nvPr userDrawn="1">
            <p:ph type="body" sz="quarter" idx="18" hasCustomPrompt="1"/>
          </p:nvPr>
        </p:nvSpPr>
        <p:spPr>
          <a:xfrm>
            <a:off x="1462389" y="1926839"/>
            <a:ext cx="6993894"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2" name="ZoneTexte 1"/>
          <p:cNvSpPr txBox="1"/>
          <p:nvPr userDrawn="1"/>
        </p:nvSpPr>
        <p:spPr>
          <a:xfrm>
            <a:off x="285783" y="6015789"/>
            <a:ext cx="2730826" cy="338554"/>
          </a:xfrm>
          <a:prstGeom prst="rect">
            <a:avLst/>
          </a:prstGeom>
          <a:noFill/>
        </p:spPr>
        <p:txBody>
          <a:bodyPr wrap="square" rtlCol="0">
            <a:spAutoFit/>
          </a:bodyPr>
          <a:lstStyle/>
          <a:p>
            <a:endParaRPr lang="fr-FR" sz="1600" dirty="0">
              <a:solidFill>
                <a:srgbClr val="1F497D"/>
              </a:solidFill>
              <a:latin typeface="Arial" panose="020B0604020202020204" pitchFamily="34" charset="0"/>
              <a:cs typeface="Arial" panose="020B0604020202020204" pitchFamily="34" charset="0"/>
            </a:endParaRPr>
          </a:p>
        </p:txBody>
      </p:sp>
      <p:sp>
        <p:nvSpPr>
          <p:cNvPr id="36" name="Title 1"/>
          <p:cNvSpPr>
            <a:spLocks noGrp="1"/>
          </p:cNvSpPr>
          <p:nvPr userDrawn="1">
            <p:ph type="title" hasCustomPrompt="1"/>
          </p:nvPr>
        </p:nvSpPr>
        <p:spPr>
          <a:xfrm>
            <a:off x="71999" y="230400"/>
            <a:ext cx="9072001" cy="369660"/>
          </a:xfrm>
          <a:prstGeom prst="rect">
            <a:avLst/>
          </a:prstGeom>
        </p:spPr>
        <p:txBody>
          <a:bodyPr lIns="108000">
            <a:noAutofit/>
          </a:bodyPr>
          <a:lstStyle>
            <a:lvl1pPr>
              <a:defRPr lang="en-US" sz="3600" b="1" i="0"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40" name="Espace réservé du texte 10"/>
          <p:cNvSpPr>
            <a:spLocks noGrp="1"/>
          </p:cNvSpPr>
          <p:nvPr userDrawn="1">
            <p:ph type="body" sz="quarter" idx="13" hasCustomPrompt="1"/>
          </p:nvPr>
        </p:nvSpPr>
        <p:spPr>
          <a:xfrm>
            <a:off x="72000" y="720000"/>
            <a:ext cx="9072000" cy="369318"/>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41" name="Rectangle 40"/>
          <p:cNvSpPr/>
          <p:nvPr userDrawn="1"/>
        </p:nvSpPr>
        <p:spPr>
          <a:xfrm>
            <a:off x="230410" y="5957494"/>
            <a:ext cx="8547974" cy="307777"/>
          </a:xfrm>
          <a:prstGeom prst="rect">
            <a:avLst/>
          </a:prstGeom>
        </p:spPr>
        <p:txBody>
          <a:bodyPr wrap="square">
            <a:spAutoFit/>
          </a:bodyPr>
          <a:lstStyle/>
          <a:p>
            <a:pPr marL="0" lvl="1" indent="0" fontAlgn="base">
              <a:spcBef>
                <a:spcPct val="20000"/>
              </a:spcBef>
              <a:spcAft>
                <a:spcPct val="0"/>
              </a:spcAft>
              <a:buClr>
                <a:srgbClr val="6192AB"/>
              </a:buClr>
              <a:buSzPct val="100000"/>
              <a:buFont typeface="Wingdings" pitchFamily="2" charset="2"/>
              <a:buNone/>
              <a:defRPr/>
            </a:pPr>
            <a:r>
              <a:rPr lang="fr-FR" sz="1400" b="1" dirty="0">
                <a:solidFill>
                  <a:srgbClr val="FFFFFF"/>
                </a:solidFill>
                <a:latin typeface="Arial" panose="020B0604020202020204" pitchFamily="34" charset="0"/>
                <a:cs typeface="Arial" panose="020B0604020202020204" pitchFamily="34" charset="0"/>
              </a:rPr>
              <a:t> </a:t>
            </a:r>
          </a:p>
        </p:txBody>
      </p:sp>
      <p:sp>
        <p:nvSpPr>
          <p:cNvPr id="48" name="Légende"/>
          <p:cNvSpPr/>
          <p:nvPr/>
        </p:nvSpPr>
        <p:spPr>
          <a:xfrm flipH="1">
            <a:off x="1241407" y="2776353"/>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52" name="Espace réservé du texte 38"/>
          <p:cNvSpPr>
            <a:spLocks noGrp="1"/>
          </p:cNvSpPr>
          <p:nvPr userDrawn="1">
            <p:ph type="body" sz="quarter" idx="19" hasCustomPrompt="1"/>
          </p:nvPr>
        </p:nvSpPr>
        <p:spPr>
          <a:xfrm>
            <a:off x="1460489" y="2789104"/>
            <a:ext cx="699579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55" name="Légende"/>
          <p:cNvSpPr/>
          <p:nvPr/>
        </p:nvSpPr>
        <p:spPr>
          <a:xfrm flipH="1">
            <a:off x="1241409" y="3605992"/>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59" name="Espace réservé du texte 38"/>
          <p:cNvSpPr>
            <a:spLocks noGrp="1"/>
          </p:cNvSpPr>
          <p:nvPr userDrawn="1">
            <p:ph type="body" sz="quarter" idx="21" hasCustomPrompt="1"/>
          </p:nvPr>
        </p:nvSpPr>
        <p:spPr>
          <a:xfrm>
            <a:off x="1460488" y="3625974"/>
            <a:ext cx="699579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63" name="Légende"/>
          <p:cNvSpPr/>
          <p:nvPr/>
        </p:nvSpPr>
        <p:spPr>
          <a:xfrm flipH="1">
            <a:off x="1241407" y="4488239"/>
            <a:ext cx="7216001"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87" name="Espace réservé du texte 38"/>
          <p:cNvSpPr>
            <a:spLocks noGrp="1"/>
          </p:cNvSpPr>
          <p:nvPr userDrawn="1">
            <p:ph type="body" sz="quarter" idx="23" hasCustomPrompt="1"/>
          </p:nvPr>
        </p:nvSpPr>
        <p:spPr>
          <a:xfrm>
            <a:off x="1461007" y="4488238"/>
            <a:ext cx="699527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5" name="Espace réservé du texte 4"/>
          <p:cNvSpPr>
            <a:spLocks noGrp="1"/>
          </p:cNvSpPr>
          <p:nvPr userDrawn="1">
            <p:ph type="body" sz="quarter" idx="25" hasCustomPrompt="1"/>
          </p:nvPr>
        </p:nvSpPr>
        <p:spPr>
          <a:xfrm>
            <a:off x="72000" y="5932487"/>
            <a:ext cx="8830202" cy="485775"/>
          </a:xfrm>
          <a:prstGeom prst="rect">
            <a:avLst/>
          </a:prstGeom>
        </p:spPr>
        <p:txBody>
          <a:bodyPr lIns="108000"/>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FFFFF"/>
                </a:solidFill>
                <a:latin typeface="Arial" panose="020B0604020202020204" pitchFamily="34" charset="0"/>
                <a:cs typeface="Arial" panose="020B0604020202020204" pitchFamily="34" charset="0"/>
              </a:defRPr>
            </a:lvl1pPr>
          </a:lstStyle>
          <a:p>
            <a:pPr lvl="0"/>
            <a:r>
              <a:rPr lang="fr-FR" dirty="0"/>
              <a:t>Conclusion sur 2 lignes max -  Arial 16 pts gras</a:t>
            </a:r>
          </a:p>
        </p:txBody>
      </p:sp>
      <p:grpSp>
        <p:nvGrpSpPr>
          <p:cNvPr id="37" name="Groupe 36"/>
          <p:cNvGrpSpPr/>
          <p:nvPr userDrawn="1"/>
        </p:nvGrpSpPr>
        <p:grpSpPr>
          <a:xfrm>
            <a:off x="540354" y="1936113"/>
            <a:ext cx="634745" cy="541586"/>
            <a:chOff x="544115" y="2295466"/>
            <a:chExt cx="634745" cy="541586"/>
          </a:xfrm>
          <a:solidFill>
            <a:srgbClr val="2F3989"/>
          </a:solidFill>
        </p:grpSpPr>
        <p:sp>
          <p:nvSpPr>
            <p:cNvPr id="38"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2"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43" name="Rectangle aux angles arrondis"/>
          <p:cNvSpPr/>
          <p:nvPr userDrawn="1"/>
        </p:nvSpPr>
        <p:spPr>
          <a:xfrm>
            <a:off x="548648" y="1970293"/>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44" name="Groupe 43"/>
          <p:cNvGrpSpPr/>
          <p:nvPr userDrawn="1"/>
        </p:nvGrpSpPr>
        <p:grpSpPr>
          <a:xfrm>
            <a:off x="538813" y="2793577"/>
            <a:ext cx="634745" cy="541586"/>
            <a:chOff x="544115" y="2295466"/>
            <a:chExt cx="634745" cy="541586"/>
          </a:xfrm>
          <a:solidFill>
            <a:srgbClr val="2F3989"/>
          </a:solidFill>
        </p:grpSpPr>
        <p:sp>
          <p:nvSpPr>
            <p:cNvPr id="45"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6"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53" name="Rectangle aux angles arrondis"/>
          <p:cNvSpPr/>
          <p:nvPr userDrawn="1"/>
        </p:nvSpPr>
        <p:spPr>
          <a:xfrm>
            <a:off x="547107" y="2847132"/>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60" name="Groupe 59"/>
          <p:cNvGrpSpPr/>
          <p:nvPr userDrawn="1"/>
        </p:nvGrpSpPr>
        <p:grpSpPr>
          <a:xfrm>
            <a:off x="543175" y="3623216"/>
            <a:ext cx="634745" cy="541586"/>
            <a:chOff x="544115" y="2295466"/>
            <a:chExt cx="634745" cy="541586"/>
          </a:xfrm>
          <a:solidFill>
            <a:srgbClr val="2F3989"/>
          </a:solidFill>
        </p:grpSpPr>
        <p:sp>
          <p:nvSpPr>
            <p:cNvPr id="61"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64"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65" name="Rectangle aux angles arrondis"/>
          <p:cNvSpPr/>
          <p:nvPr userDrawn="1"/>
        </p:nvSpPr>
        <p:spPr>
          <a:xfrm>
            <a:off x="551469" y="3653662"/>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66" name="Groupe 65"/>
          <p:cNvGrpSpPr/>
          <p:nvPr userDrawn="1"/>
        </p:nvGrpSpPr>
        <p:grpSpPr>
          <a:xfrm>
            <a:off x="530519" y="4505463"/>
            <a:ext cx="634745" cy="541586"/>
            <a:chOff x="544115" y="2295466"/>
            <a:chExt cx="634745" cy="541586"/>
          </a:xfrm>
          <a:solidFill>
            <a:srgbClr val="2F3989"/>
          </a:solidFill>
        </p:grpSpPr>
        <p:sp>
          <p:nvSpPr>
            <p:cNvPr id="67"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68"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69" name="Rectangle aux angles arrondis"/>
          <p:cNvSpPr/>
          <p:nvPr userDrawn="1"/>
        </p:nvSpPr>
        <p:spPr>
          <a:xfrm>
            <a:off x="538813" y="4551255"/>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IV.</a:t>
            </a:r>
            <a:endParaRPr sz="1800" b="1" kern="0" dirty="0">
              <a:solidFill>
                <a:srgbClr val="FFFFFF"/>
              </a:solidFill>
              <a:latin typeface="Arial" panose="020B0604020202020204" pitchFamily="34" charset="0"/>
              <a:cs typeface="Arial" panose="020B0604020202020204" pitchFamily="34" charset="0"/>
              <a:sym typeface="Calibri"/>
            </a:endParaRPr>
          </a:p>
        </p:txBody>
      </p:sp>
    </p:spTree>
    <p:extLst>
      <p:ext uri="{BB962C8B-B14F-4D97-AF65-F5344CB8AC3E}">
        <p14:creationId xmlns:p14="http://schemas.microsoft.com/office/powerpoint/2010/main" val="374804474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4 bis) MESSAGES CLES ENUMERATION 5 - video ">
    <p:spTree>
      <p:nvGrpSpPr>
        <p:cNvPr id="1" name=""/>
        <p:cNvGrpSpPr/>
        <p:nvPr/>
      </p:nvGrpSpPr>
      <p:grpSpPr>
        <a:xfrm>
          <a:off x="0" y="0"/>
          <a:ext cx="0" cy="0"/>
          <a:chOff x="0" y="0"/>
          <a:chExt cx="0" cy="0"/>
        </a:xfrm>
      </p:grpSpPr>
      <p:sp>
        <p:nvSpPr>
          <p:cNvPr id="32"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24" name="Légende"/>
          <p:cNvSpPr/>
          <p:nvPr/>
        </p:nvSpPr>
        <p:spPr>
          <a:xfrm flipH="1">
            <a:off x="1240281" y="1623328"/>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39" name="Espace réservé du texte 38"/>
          <p:cNvSpPr>
            <a:spLocks noGrp="1"/>
          </p:cNvSpPr>
          <p:nvPr userDrawn="1">
            <p:ph type="body" sz="quarter" idx="18" hasCustomPrompt="1"/>
          </p:nvPr>
        </p:nvSpPr>
        <p:spPr>
          <a:xfrm>
            <a:off x="1462389" y="1631278"/>
            <a:ext cx="6993894"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2" name="ZoneTexte 1"/>
          <p:cNvSpPr txBox="1"/>
          <p:nvPr userDrawn="1"/>
        </p:nvSpPr>
        <p:spPr>
          <a:xfrm>
            <a:off x="285783" y="6015789"/>
            <a:ext cx="2730826" cy="338554"/>
          </a:xfrm>
          <a:prstGeom prst="rect">
            <a:avLst/>
          </a:prstGeom>
          <a:noFill/>
        </p:spPr>
        <p:txBody>
          <a:bodyPr wrap="square" rtlCol="0">
            <a:spAutoFit/>
          </a:bodyPr>
          <a:lstStyle/>
          <a:p>
            <a:endParaRPr lang="fr-FR" sz="1600" dirty="0">
              <a:solidFill>
                <a:srgbClr val="1F497D"/>
              </a:solidFill>
              <a:latin typeface="Arial" panose="020B0604020202020204" pitchFamily="34" charset="0"/>
              <a:cs typeface="Arial" panose="020B0604020202020204" pitchFamily="34" charset="0"/>
            </a:endParaRPr>
          </a:p>
        </p:txBody>
      </p:sp>
      <p:sp>
        <p:nvSpPr>
          <p:cNvPr id="36" name="Title 1"/>
          <p:cNvSpPr>
            <a:spLocks noGrp="1"/>
          </p:cNvSpPr>
          <p:nvPr userDrawn="1">
            <p:ph type="title" hasCustomPrompt="1"/>
          </p:nvPr>
        </p:nvSpPr>
        <p:spPr>
          <a:xfrm>
            <a:off x="71999" y="230400"/>
            <a:ext cx="9072001" cy="369660"/>
          </a:xfrm>
          <a:prstGeom prst="rect">
            <a:avLst/>
          </a:prstGeom>
        </p:spPr>
        <p:txBody>
          <a:bodyPr lIns="108000">
            <a:noAutofit/>
          </a:bodyPr>
          <a:lstStyle>
            <a:lvl1pPr>
              <a:defRPr lang="en-US" sz="3600" b="1" i="0"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40" name="Espace réservé du texte 10"/>
          <p:cNvSpPr>
            <a:spLocks noGrp="1"/>
          </p:cNvSpPr>
          <p:nvPr userDrawn="1">
            <p:ph type="body" sz="quarter" idx="13" hasCustomPrompt="1"/>
          </p:nvPr>
        </p:nvSpPr>
        <p:spPr>
          <a:xfrm>
            <a:off x="72000" y="720000"/>
            <a:ext cx="9072000" cy="369318"/>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41" name="Rectangle 40"/>
          <p:cNvSpPr/>
          <p:nvPr userDrawn="1"/>
        </p:nvSpPr>
        <p:spPr>
          <a:xfrm>
            <a:off x="230410" y="5957494"/>
            <a:ext cx="8547974" cy="307777"/>
          </a:xfrm>
          <a:prstGeom prst="rect">
            <a:avLst/>
          </a:prstGeom>
        </p:spPr>
        <p:txBody>
          <a:bodyPr wrap="square">
            <a:spAutoFit/>
          </a:bodyPr>
          <a:lstStyle/>
          <a:p>
            <a:pPr marL="0" lvl="1" indent="0" fontAlgn="base">
              <a:spcBef>
                <a:spcPct val="20000"/>
              </a:spcBef>
              <a:spcAft>
                <a:spcPct val="0"/>
              </a:spcAft>
              <a:buClr>
                <a:srgbClr val="6192AB"/>
              </a:buClr>
              <a:buSzPct val="100000"/>
              <a:buFont typeface="Wingdings" pitchFamily="2" charset="2"/>
              <a:buNone/>
              <a:defRPr/>
            </a:pPr>
            <a:r>
              <a:rPr lang="fr-FR" sz="1400" b="1" dirty="0">
                <a:solidFill>
                  <a:srgbClr val="FFFFFF"/>
                </a:solidFill>
                <a:latin typeface="Arial" panose="020B0604020202020204" pitchFamily="34" charset="0"/>
                <a:cs typeface="Arial" panose="020B0604020202020204" pitchFamily="34" charset="0"/>
              </a:rPr>
              <a:t> </a:t>
            </a:r>
          </a:p>
        </p:txBody>
      </p:sp>
      <p:sp>
        <p:nvSpPr>
          <p:cNvPr id="48" name="Légende"/>
          <p:cNvSpPr/>
          <p:nvPr/>
        </p:nvSpPr>
        <p:spPr>
          <a:xfrm flipH="1">
            <a:off x="1241407" y="2480792"/>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52" name="Espace réservé du texte 38"/>
          <p:cNvSpPr>
            <a:spLocks noGrp="1"/>
          </p:cNvSpPr>
          <p:nvPr userDrawn="1">
            <p:ph type="body" sz="quarter" idx="19" hasCustomPrompt="1"/>
          </p:nvPr>
        </p:nvSpPr>
        <p:spPr>
          <a:xfrm>
            <a:off x="1460489" y="2493543"/>
            <a:ext cx="699579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55" name="Légende"/>
          <p:cNvSpPr/>
          <p:nvPr/>
        </p:nvSpPr>
        <p:spPr>
          <a:xfrm flipH="1">
            <a:off x="1241409" y="3310431"/>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59" name="Espace réservé du texte 38"/>
          <p:cNvSpPr>
            <a:spLocks noGrp="1"/>
          </p:cNvSpPr>
          <p:nvPr userDrawn="1">
            <p:ph type="body" sz="quarter" idx="21" hasCustomPrompt="1"/>
          </p:nvPr>
        </p:nvSpPr>
        <p:spPr>
          <a:xfrm>
            <a:off x="1460488" y="3330413"/>
            <a:ext cx="699579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63" name="Légende"/>
          <p:cNvSpPr/>
          <p:nvPr/>
        </p:nvSpPr>
        <p:spPr>
          <a:xfrm flipH="1">
            <a:off x="1241407" y="4192678"/>
            <a:ext cx="7216001"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87" name="Espace réservé du texte 38"/>
          <p:cNvSpPr>
            <a:spLocks noGrp="1"/>
          </p:cNvSpPr>
          <p:nvPr userDrawn="1">
            <p:ph type="body" sz="quarter" idx="23" hasCustomPrompt="1"/>
          </p:nvPr>
        </p:nvSpPr>
        <p:spPr>
          <a:xfrm>
            <a:off x="1461007" y="4192677"/>
            <a:ext cx="699527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5" name="Espace réservé du texte 4"/>
          <p:cNvSpPr>
            <a:spLocks noGrp="1"/>
          </p:cNvSpPr>
          <p:nvPr userDrawn="1">
            <p:ph type="body" sz="quarter" idx="25" hasCustomPrompt="1"/>
          </p:nvPr>
        </p:nvSpPr>
        <p:spPr>
          <a:xfrm>
            <a:off x="72000" y="5932487"/>
            <a:ext cx="8830202" cy="485775"/>
          </a:xfrm>
          <a:prstGeom prst="rect">
            <a:avLst/>
          </a:prstGeom>
        </p:spPr>
        <p:txBody>
          <a:bodyPr lIns="108000"/>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FFFFF"/>
                </a:solidFill>
                <a:latin typeface="Arial" panose="020B0604020202020204" pitchFamily="34" charset="0"/>
                <a:cs typeface="Arial" panose="020B0604020202020204" pitchFamily="34" charset="0"/>
              </a:defRPr>
            </a:lvl1pPr>
          </a:lstStyle>
          <a:p>
            <a:pPr lvl="0"/>
            <a:r>
              <a:rPr lang="fr-FR" dirty="0"/>
              <a:t>Conclusion sur 2 lignes max -  Arial 16 pts gras</a:t>
            </a:r>
          </a:p>
        </p:txBody>
      </p:sp>
      <p:grpSp>
        <p:nvGrpSpPr>
          <p:cNvPr id="37" name="Groupe 36"/>
          <p:cNvGrpSpPr/>
          <p:nvPr userDrawn="1"/>
        </p:nvGrpSpPr>
        <p:grpSpPr>
          <a:xfrm>
            <a:off x="540354" y="1640552"/>
            <a:ext cx="634745" cy="541586"/>
            <a:chOff x="544115" y="2295466"/>
            <a:chExt cx="634745" cy="541586"/>
          </a:xfrm>
          <a:solidFill>
            <a:srgbClr val="2F3989"/>
          </a:solidFill>
        </p:grpSpPr>
        <p:sp>
          <p:nvSpPr>
            <p:cNvPr id="38"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2"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43" name="Rectangle aux angles arrondis"/>
          <p:cNvSpPr/>
          <p:nvPr userDrawn="1"/>
        </p:nvSpPr>
        <p:spPr>
          <a:xfrm>
            <a:off x="548648" y="1674732"/>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44" name="Groupe 43"/>
          <p:cNvGrpSpPr/>
          <p:nvPr userDrawn="1"/>
        </p:nvGrpSpPr>
        <p:grpSpPr>
          <a:xfrm>
            <a:off x="538813" y="2498016"/>
            <a:ext cx="634745" cy="541586"/>
            <a:chOff x="544115" y="2295466"/>
            <a:chExt cx="634745" cy="541586"/>
          </a:xfrm>
          <a:solidFill>
            <a:srgbClr val="2F3989"/>
          </a:solidFill>
        </p:grpSpPr>
        <p:sp>
          <p:nvSpPr>
            <p:cNvPr id="45"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6"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53" name="Rectangle aux angles arrondis"/>
          <p:cNvSpPr/>
          <p:nvPr userDrawn="1"/>
        </p:nvSpPr>
        <p:spPr>
          <a:xfrm>
            <a:off x="547107" y="2551571"/>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60" name="Groupe 59"/>
          <p:cNvGrpSpPr/>
          <p:nvPr userDrawn="1"/>
        </p:nvGrpSpPr>
        <p:grpSpPr>
          <a:xfrm>
            <a:off x="543175" y="3327655"/>
            <a:ext cx="634745" cy="541586"/>
            <a:chOff x="544115" y="2295466"/>
            <a:chExt cx="634745" cy="541586"/>
          </a:xfrm>
          <a:solidFill>
            <a:srgbClr val="2F3989"/>
          </a:solidFill>
        </p:grpSpPr>
        <p:sp>
          <p:nvSpPr>
            <p:cNvPr id="61"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64"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65" name="Rectangle aux angles arrondis"/>
          <p:cNvSpPr/>
          <p:nvPr userDrawn="1"/>
        </p:nvSpPr>
        <p:spPr>
          <a:xfrm>
            <a:off x="551469" y="3358101"/>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66" name="Groupe 65"/>
          <p:cNvGrpSpPr/>
          <p:nvPr userDrawn="1"/>
        </p:nvGrpSpPr>
        <p:grpSpPr>
          <a:xfrm>
            <a:off x="530519" y="4209902"/>
            <a:ext cx="634745" cy="541586"/>
            <a:chOff x="544115" y="2295466"/>
            <a:chExt cx="634745" cy="541586"/>
          </a:xfrm>
          <a:solidFill>
            <a:srgbClr val="2F3989"/>
          </a:solidFill>
        </p:grpSpPr>
        <p:sp>
          <p:nvSpPr>
            <p:cNvPr id="67"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68"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69" name="Rectangle aux angles arrondis"/>
          <p:cNvSpPr/>
          <p:nvPr userDrawn="1"/>
        </p:nvSpPr>
        <p:spPr>
          <a:xfrm>
            <a:off x="538813" y="4255694"/>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IV.</a:t>
            </a:r>
            <a:endParaRPr sz="1800" b="1" kern="0" dirty="0">
              <a:solidFill>
                <a:srgbClr val="FFFFFF"/>
              </a:solidFill>
              <a:latin typeface="Arial" panose="020B0604020202020204" pitchFamily="34" charset="0"/>
              <a:cs typeface="Arial" panose="020B0604020202020204" pitchFamily="34" charset="0"/>
              <a:sym typeface="Calibri"/>
            </a:endParaRPr>
          </a:p>
        </p:txBody>
      </p:sp>
      <p:sp>
        <p:nvSpPr>
          <p:cNvPr id="33" name="Légende"/>
          <p:cNvSpPr/>
          <p:nvPr userDrawn="1"/>
        </p:nvSpPr>
        <p:spPr>
          <a:xfrm flipH="1">
            <a:off x="1246030" y="5028558"/>
            <a:ext cx="7216001"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34" name="Espace réservé du texte 38"/>
          <p:cNvSpPr>
            <a:spLocks noGrp="1"/>
          </p:cNvSpPr>
          <p:nvPr>
            <p:ph type="body" sz="quarter" idx="26" hasCustomPrompt="1"/>
          </p:nvPr>
        </p:nvSpPr>
        <p:spPr>
          <a:xfrm>
            <a:off x="1465630" y="5028557"/>
            <a:ext cx="699527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grpSp>
        <p:nvGrpSpPr>
          <p:cNvPr id="35" name="Groupe 34"/>
          <p:cNvGrpSpPr/>
          <p:nvPr userDrawn="1"/>
        </p:nvGrpSpPr>
        <p:grpSpPr>
          <a:xfrm>
            <a:off x="535142" y="5045782"/>
            <a:ext cx="634745" cy="541586"/>
            <a:chOff x="544115" y="2295466"/>
            <a:chExt cx="634745" cy="541586"/>
          </a:xfrm>
          <a:solidFill>
            <a:srgbClr val="2F3989"/>
          </a:solidFill>
        </p:grpSpPr>
        <p:sp>
          <p:nvSpPr>
            <p:cNvPr id="47"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9"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50" name="Rectangle aux angles arrondis"/>
          <p:cNvSpPr/>
          <p:nvPr userDrawn="1"/>
        </p:nvSpPr>
        <p:spPr>
          <a:xfrm>
            <a:off x="543436" y="5091574"/>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V.</a:t>
            </a:r>
            <a:endParaRPr sz="1800" b="1" kern="0" dirty="0">
              <a:solidFill>
                <a:srgbClr val="FFFFFF"/>
              </a:solidFill>
              <a:latin typeface="Arial" panose="020B0604020202020204" pitchFamily="34" charset="0"/>
              <a:cs typeface="Arial" panose="020B0604020202020204" pitchFamily="34" charset="0"/>
              <a:sym typeface="Calibri"/>
            </a:endParaRPr>
          </a:p>
        </p:txBody>
      </p:sp>
    </p:spTree>
    <p:extLst>
      <p:ext uri="{BB962C8B-B14F-4D97-AF65-F5344CB8AC3E}">
        <p14:creationId xmlns:p14="http://schemas.microsoft.com/office/powerpoint/2010/main" val="154586673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4 bis) MESSAGES CLES ENUMERATION 6 - video ">
    <p:spTree>
      <p:nvGrpSpPr>
        <p:cNvPr id="1" name=""/>
        <p:cNvGrpSpPr/>
        <p:nvPr/>
      </p:nvGrpSpPr>
      <p:grpSpPr>
        <a:xfrm>
          <a:off x="0" y="0"/>
          <a:ext cx="0" cy="0"/>
          <a:chOff x="0" y="0"/>
          <a:chExt cx="0" cy="0"/>
        </a:xfrm>
      </p:grpSpPr>
      <p:sp>
        <p:nvSpPr>
          <p:cNvPr id="32"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24" name="Légende"/>
          <p:cNvSpPr/>
          <p:nvPr/>
        </p:nvSpPr>
        <p:spPr>
          <a:xfrm flipH="1">
            <a:off x="1240281" y="1429367"/>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39" name="Espace réservé du texte 38"/>
          <p:cNvSpPr>
            <a:spLocks noGrp="1"/>
          </p:cNvSpPr>
          <p:nvPr userDrawn="1">
            <p:ph type="body" sz="quarter" idx="18" hasCustomPrompt="1"/>
          </p:nvPr>
        </p:nvSpPr>
        <p:spPr>
          <a:xfrm>
            <a:off x="1462389" y="1437317"/>
            <a:ext cx="6993894"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2" name="ZoneTexte 1"/>
          <p:cNvSpPr txBox="1"/>
          <p:nvPr userDrawn="1"/>
        </p:nvSpPr>
        <p:spPr>
          <a:xfrm>
            <a:off x="285783" y="6015789"/>
            <a:ext cx="2730826" cy="338554"/>
          </a:xfrm>
          <a:prstGeom prst="rect">
            <a:avLst/>
          </a:prstGeom>
          <a:noFill/>
        </p:spPr>
        <p:txBody>
          <a:bodyPr wrap="square" rtlCol="0">
            <a:spAutoFit/>
          </a:bodyPr>
          <a:lstStyle/>
          <a:p>
            <a:endParaRPr lang="fr-FR" sz="1600" dirty="0">
              <a:solidFill>
                <a:srgbClr val="1F497D"/>
              </a:solidFill>
              <a:latin typeface="Arial" panose="020B0604020202020204" pitchFamily="34" charset="0"/>
              <a:cs typeface="Arial" panose="020B0604020202020204" pitchFamily="34" charset="0"/>
            </a:endParaRPr>
          </a:p>
        </p:txBody>
      </p:sp>
      <p:sp>
        <p:nvSpPr>
          <p:cNvPr id="36" name="Title 1"/>
          <p:cNvSpPr>
            <a:spLocks noGrp="1"/>
          </p:cNvSpPr>
          <p:nvPr userDrawn="1">
            <p:ph type="title" hasCustomPrompt="1"/>
          </p:nvPr>
        </p:nvSpPr>
        <p:spPr>
          <a:xfrm>
            <a:off x="71999" y="230400"/>
            <a:ext cx="9072001" cy="369660"/>
          </a:xfrm>
          <a:prstGeom prst="rect">
            <a:avLst/>
          </a:prstGeom>
        </p:spPr>
        <p:txBody>
          <a:bodyPr lIns="108000">
            <a:noAutofit/>
          </a:bodyPr>
          <a:lstStyle>
            <a:lvl1pPr>
              <a:defRPr lang="en-US" sz="3600" b="1" i="0"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40" name="Espace réservé du texte 10"/>
          <p:cNvSpPr>
            <a:spLocks noGrp="1"/>
          </p:cNvSpPr>
          <p:nvPr userDrawn="1">
            <p:ph type="body" sz="quarter" idx="13" hasCustomPrompt="1"/>
          </p:nvPr>
        </p:nvSpPr>
        <p:spPr>
          <a:xfrm>
            <a:off x="72000" y="720000"/>
            <a:ext cx="9072000" cy="369318"/>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41" name="Rectangle 40"/>
          <p:cNvSpPr/>
          <p:nvPr userDrawn="1"/>
        </p:nvSpPr>
        <p:spPr>
          <a:xfrm>
            <a:off x="230410" y="5957494"/>
            <a:ext cx="8547974" cy="307777"/>
          </a:xfrm>
          <a:prstGeom prst="rect">
            <a:avLst/>
          </a:prstGeom>
        </p:spPr>
        <p:txBody>
          <a:bodyPr wrap="square">
            <a:spAutoFit/>
          </a:bodyPr>
          <a:lstStyle/>
          <a:p>
            <a:pPr marL="0" lvl="1" indent="0" fontAlgn="base">
              <a:spcBef>
                <a:spcPct val="20000"/>
              </a:spcBef>
              <a:spcAft>
                <a:spcPct val="0"/>
              </a:spcAft>
              <a:buClr>
                <a:srgbClr val="6192AB"/>
              </a:buClr>
              <a:buSzPct val="100000"/>
              <a:buFont typeface="Wingdings" pitchFamily="2" charset="2"/>
              <a:buNone/>
              <a:defRPr/>
            </a:pPr>
            <a:r>
              <a:rPr lang="fr-FR" sz="1400" b="1" dirty="0">
                <a:solidFill>
                  <a:srgbClr val="FFFFFF"/>
                </a:solidFill>
                <a:latin typeface="Arial" panose="020B0604020202020204" pitchFamily="34" charset="0"/>
                <a:cs typeface="Arial" panose="020B0604020202020204" pitchFamily="34" charset="0"/>
              </a:rPr>
              <a:t> </a:t>
            </a:r>
          </a:p>
        </p:txBody>
      </p:sp>
      <p:sp>
        <p:nvSpPr>
          <p:cNvPr id="48" name="Légende"/>
          <p:cNvSpPr/>
          <p:nvPr/>
        </p:nvSpPr>
        <p:spPr>
          <a:xfrm flipH="1">
            <a:off x="1241407" y="2175997"/>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52" name="Espace réservé du texte 38"/>
          <p:cNvSpPr>
            <a:spLocks noGrp="1"/>
          </p:cNvSpPr>
          <p:nvPr userDrawn="1">
            <p:ph type="body" sz="quarter" idx="19" hasCustomPrompt="1"/>
          </p:nvPr>
        </p:nvSpPr>
        <p:spPr>
          <a:xfrm>
            <a:off x="1460489" y="2188748"/>
            <a:ext cx="699579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55" name="Légende"/>
          <p:cNvSpPr/>
          <p:nvPr/>
        </p:nvSpPr>
        <p:spPr>
          <a:xfrm flipH="1">
            <a:off x="1241409" y="2950220"/>
            <a:ext cx="7216002"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59" name="Espace réservé du texte 38"/>
          <p:cNvSpPr>
            <a:spLocks noGrp="1"/>
          </p:cNvSpPr>
          <p:nvPr userDrawn="1">
            <p:ph type="body" sz="quarter" idx="21" hasCustomPrompt="1"/>
          </p:nvPr>
        </p:nvSpPr>
        <p:spPr>
          <a:xfrm>
            <a:off x="1460488" y="2970202"/>
            <a:ext cx="699579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63" name="Légende"/>
          <p:cNvSpPr/>
          <p:nvPr/>
        </p:nvSpPr>
        <p:spPr>
          <a:xfrm flipH="1">
            <a:off x="1241407" y="3721635"/>
            <a:ext cx="7216001"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87" name="Espace réservé du texte 38"/>
          <p:cNvSpPr>
            <a:spLocks noGrp="1"/>
          </p:cNvSpPr>
          <p:nvPr userDrawn="1">
            <p:ph type="body" sz="quarter" idx="23" hasCustomPrompt="1"/>
          </p:nvPr>
        </p:nvSpPr>
        <p:spPr>
          <a:xfrm>
            <a:off x="1461007" y="3721634"/>
            <a:ext cx="699527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sp>
        <p:nvSpPr>
          <p:cNvPr id="5" name="Espace réservé du texte 4"/>
          <p:cNvSpPr>
            <a:spLocks noGrp="1"/>
          </p:cNvSpPr>
          <p:nvPr userDrawn="1">
            <p:ph type="body" sz="quarter" idx="25" hasCustomPrompt="1"/>
          </p:nvPr>
        </p:nvSpPr>
        <p:spPr>
          <a:xfrm>
            <a:off x="72000" y="5932487"/>
            <a:ext cx="8830202" cy="485775"/>
          </a:xfrm>
          <a:prstGeom prst="rect">
            <a:avLst/>
          </a:prstGeom>
        </p:spPr>
        <p:txBody>
          <a:bodyPr lIns="108000"/>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FFFFF"/>
                </a:solidFill>
                <a:latin typeface="Arial" panose="020B0604020202020204" pitchFamily="34" charset="0"/>
                <a:cs typeface="Arial" panose="020B0604020202020204" pitchFamily="34" charset="0"/>
              </a:defRPr>
            </a:lvl1pPr>
          </a:lstStyle>
          <a:p>
            <a:pPr lvl="0"/>
            <a:r>
              <a:rPr lang="fr-FR" dirty="0"/>
              <a:t>Conclusion sur 2 lignes max -  Arial 16 pts gras</a:t>
            </a:r>
          </a:p>
        </p:txBody>
      </p:sp>
      <p:grpSp>
        <p:nvGrpSpPr>
          <p:cNvPr id="37" name="Groupe 36"/>
          <p:cNvGrpSpPr/>
          <p:nvPr userDrawn="1"/>
        </p:nvGrpSpPr>
        <p:grpSpPr>
          <a:xfrm>
            <a:off x="540354" y="1446591"/>
            <a:ext cx="634745" cy="541586"/>
            <a:chOff x="544115" y="2295466"/>
            <a:chExt cx="634745" cy="541586"/>
          </a:xfrm>
          <a:solidFill>
            <a:srgbClr val="2F3989"/>
          </a:solidFill>
        </p:grpSpPr>
        <p:sp>
          <p:nvSpPr>
            <p:cNvPr id="38"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2"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43" name="Rectangle aux angles arrondis"/>
          <p:cNvSpPr/>
          <p:nvPr userDrawn="1"/>
        </p:nvSpPr>
        <p:spPr>
          <a:xfrm>
            <a:off x="548648" y="1480771"/>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44" name="Groupe 43"/>
          <p:cNvGrpSpPr/>
          <p:nvPr userDrawn="1"/>
        </p:nvGrpSpPr>
        <p:grpSpPr>
          <a:xfrm>
            <a:off x="538813" y="2193221"/>
            <a:ext cx="634745" cy="541586"/>
            <a:chOff x="544115" y="2295466"/>
            <a:chExt cx="634745" cy="541586"/>
          </a:xfrm>
          <a:solidFill>
            <a:srgbClr val="2F3989"/>
          </a:solidFill>
        </p:grpSpPr>
        <p:sp>
          <p:nvSpPr>
            <p:cNvPr id="45"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6"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53" name="Rectangle aux angles arrondis"/>
          <p:cNvSpPr/>
          <p:nvPr userDrawn="1"/>
        </p:nvSpPr>
        <p:spPr>
          <a:xfrm>
            <a:off x="547107" y="2246776"/>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60" name="Groupe 59"/>
          <p:cNvGrpSpPr/>
          <p:nvPr userDrawn="1"/>
        </p:nvGrpSpPr>
        <p:grpSpPr>
          <a:xfrm>
            <a:off x="543175" y="2967444"/>
            <a:ext cx="634745" cy="541586"/>
            <a:chOff x="544115" y="2295466"/>
            <a:chExt cx="634745" cy="541586"/>
          </a:xfrm>
          <a:solidFill>
            <a:srgbClr val="2F3989"/>
          </a:solidFill>
        </p:grpSpPr>
        <p:sp>
          <p:nvSpPr>
            <p:cNvPr id="61"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64"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65" name="Rectangle aux angles arrondis"/>
          <p:cNvSpPr/>
          <p:nvPr userDrawn="1"/>
        </p:nvSpPr>
        <p:spPr>
          <a:xfrm>
            <a:off x="551469" y="2997890"/>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III.</a:t>
            </a:r>
            <a:endParaRPr sz="1800" b="1" kern="0" dirty="0">
              <a:solidFill>
                <a:srgbClr val="FFFFFF"/>
              </a:solidFill>
              <a:latin typeface="Arial" panose="020B0604020202020204" pitchFamily="34" charset="0"/>
              <a:cs typeface="Arial" panose="020B0604020202020204" pitchFamily="34" charset="0"/>
              <a:sym typeface="Calibri"/>
            </a:endParaRPr>
          </a:p>
        </p:txBody>
      </p:sp>
      <p:grpSp>
        <p:nvGrpSpPr>
          <p:cNvPr id="66" name="Groupe 65"/>
          <p:cNvGrpSpPr/>
          <p:nvPr userDrawn="1"/>
        </p:nvGrpSpPr>
        <p:grpSpPr>
          <a:xfrm>
            <a:off x="530519" y="3738859"/>
            <a:ext cx="634745" cy="541586"/>
            <a:chOff x="544115" y="2295466"/>
            <a:chExt cx="634745" cy="541586"/>
          </a:xfrm>
          <a:solidFill>
            <a:srgbClr val="2F3989"/>
          </a:solidFill>
        </p:grpSpPr>
        <p:sp>
          <p:nvSpPr>
            <p:cNvPr id="67"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68"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69" name="Rectangle aux angles arrondis"/>
          <p:cNvSpPr/>
          <p:nvPr userDrawn="1"/>
        </p:nvSpPr>
        <p:spPr>
          <a:xfrm>
            <a:off x="538813" y="3784651"/>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IV.</a:t>
            </a:r>
            <a:endParaRPr sz="1800" b="1" kern="0" dirty="0">
              <a:solidFill>
                <a:srgbClr val="FFFFFF"/>
              </a:solidFill>
              <a:latin typeface="Arial" panose="020B0604020202020204" pitchFamily="34" charset="0"/>
              <a:cs typeface="Arial" panose="020B0604020202020204" pitchFamily="34" charset="0"/>
              <a:sym typeface="Calibri"/>
            </a:endParaRPr>
          </a:p>
        </p:txBody>
      </p:sp>
      <p:sp>
        <p:nvSpPr>
          <p:cNvPr id="33" name="Légende"/>
          <p:cNvSpPr/>
          <p:nvPr userDrawn="1"/>
        </p:nvSpPr>
        <p:spPr>
          <a:xfrm flipH="1">
            <a:off x="1273739" y="4465159"/>
            <a:ext cx="7216001"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34" name="Espace réservé du texte 38"/>
          <p:cNvSpPr>
            <a:spLocks noGrp="1"/>
          </p:cNvSpPr>
          <p:nvPr>
            <p:ph type="body" sz="quarter" idx="26" hasCustomPrompt="1"/>
          </p:nvPr>
        </p:nvSpPr>
        <p:spPr>
          <a:xfrm>
            <a:off x="1493339" y="4465158"/>
            <a:ext cx="699527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grpSp>
        <p:nvGrpSpPr>
          <p:cNvPr id="35" name="Groupe 34"/>
          <p:cNvGrpSpPr/>
          <p:nvPr userDrawn="1"/>
        </p:nvGrpSpPr>
        <p:grpSpPr>
          <a:xfrm>
            <a:off x="562851" y="4482383"/>
            <a:ext cx="634745" cy="541586"/>
            <a:chOff x="544115" y="2295466"/>
            <a:chExt cx="634745" cy="541586"/>
          </a:xfrm>
          <a:solidFill>
            <a:srgbClr val="2F3989"/>
          </a:solidFill>
        </p:grpSpPr>
        <p:sp>
          <p:nvSpPr>
            <p:cNvPr id="47"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49"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50" name="Rectangle aux angles arrondis"/>
          <p:cNvSpPr/>
          <p:nvPr userDrawn="1"/>
        </p:nvSpPr>
        <p:spPr>
          <a:xfrm>
            <a:off x="571145" y="4528175"/>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V.</a:t>
            </a:r>
            <a:endParaRPr sz="1800" b="1" kern="0" dirty="0">
              <a:solidFill>
                <a:srgbClr val="FFFFFF"/>
              </a:solidFill>
              <a:latin typeface="Arial" panose="020B0604020202020204" pitchFamily="34" charset="0"/>
              <a:cs typeface="Arial" panose="020B0604020202020204" pitchFamily="34" charset="0"/>
              <a:sym typeface="Calibri"/>
            </a:endParaRPr>
          </a:p>
        </p:txBody>
      </p:sp>
      <p:sp>
        <p:nvSpPr>
          <p:cNvPr id="51" name="Légende"/>
          <p:cNvSpPr/>
          <p:nvPr userDrawn="1"/>
        </p:nvSpPr>
        <p:spPr>
          <a:xfrm flipH="1">
            <a:off x="1296835" y="5227147"/>
            <a:ext cx="7216001" cy="576034"/>
          </a:xfrm>
          <a:custGeom>
            <a:avLst/>
            <a:gdLst/>
            <a:ahLst/>
            <a:cxnLst>
              <a:cxn ang="0">
                <a:pos x="wd2" y="hd2"/>
              </a:cxn>
              <a:cxn ang="5400000">
                <a:pos x="wd2" y="hd2"/>
              </a:cxn>
              <a:cxn ang="10800000">
                <a:pos x="wd2" y="hd2"/>
              </a:cxn>
              <a:cxn ang="16200000">
                <a:pos x="wd2" y="hd2"/>
              </a:cxn>
            </a:cxnLst>
            <a:rect l="0" t="0" r="r" b="b"/>
            <a:pathLst>
              <a:path w="21582" h="21600" extrusionOk="0">
                <a:moveTo>
                  <a:pt x="0" y="17817"/>
                </a:moveTo>
                <a:lnTo>
                  <a:pt x="8" y="3610"/>
                </a:lnTo>
                <a:cubicBezTo>
                  <a:pt x="10" y="2495"/>
                  <a:pt x="87" y="1445"/>
                  <a:pt x="218" y="759"/>
                </a:cubicBezTo>
                <a:cubicBezTo>
                  <a:pt x="308" y="286"/>
                  <a:pt x="418" y="20"/>
                  <a:pt x="532" y="0"/>
                </a:cubicBezTo>
                <a:lnTo>
                  <a:pt x="21261" y="166"/>
                </a:lnTo>
                <a:cubicBezTo>
                  <a:pt x="21412" y="129"/>
                  <a:pt x="21544" y="835"/>
                  <a:pt x="21573" y="1830"/>
                </a:cubicBezTo>
                <a:cubicBezTo>
                  <a:pt x="21588" y="2343"/>
                  <a:pt x="21572" y="2875"/>
                  <a:pt x="21528" y="3305"/>
                </a:cubicBezTo>
                <a:lnTo>
                  <a:pt x="20859" y="8973"/>
                </a:lnTo>
                <a:cubicBezTo>
                  <a:pt x="20762" y="9650"/>
                  <a:pt x="20717" y="10595"/>
                  <a:pt x="20739" y="11524"/>
                </a:cubicBezTo>
                <a:cubicBezTo>
                  <a:pt x="20752" y="12085"/>
                  <a:pt x="20790" y="12605"/>
                  <a:pt x="20844" y="13038"/>
                </a:cubicBezTo>
                <a:lnTo>
                  <a:pt x="21524" y="18352"/>
                </a:lnTo>
                <a:cubicBezTo>
                  <a:pt x="21579" y="18859"/>
                  <a:pt x="21596" y="19512"/>
                  <a:pt x="21569" y="20114"/>
                </a:cubicBezTo>
                <a:cubicBezTo>
                  <a:pt x="21530" y="20972"/>
                  <a:pt x="21412" y="21561"/>
                  <a:pt x="21279" y="21570"/>
                </a:cubicBezTo>
                <a:lnTo>
                  <a:pt x="494" y="21600"/>
                </a:lnTo>
                <a:cubicBezTo>
                  <a:pt x="360" y="21506"/>
                  <a:pt x="235" y="21083"/>
                  <a:pt x="144" y="20413"/>
                </a:cubicBezTo>
                <a:cubicBezTo>
                  <a:pt x="48" y="19705"/>
                  <a:pt x="-4" y="18775"/>
                  <a:pt x="0" y="17817"/>
                </a:cubicBezTo>
                <a:close/>
              </a:path>
            </a:pathLst>
          </a:custGeom>
          <a:solidFill>
            <a:srgbClr val="5478B8"/>
          </a:solidFill>
          <a:ln w="12700">
            <a:miter lim="400000"/>
          </a:ln>
        </p:spPr>
        <p:txBody>
          <a:bodyPr lIns="45718" tIns="45718" rIns="45718" bIns="45718" anchor="ctr"/>
          <a:lstStyle/>
          <a:p>
            <a:pPr algn="ctr" defTabSz="584200" hangingPunct="0">
              <a:defRPr sz="2000">
                <a:latin typeface="Helvetica Neue Medium"/>
                <a:ea typeface="Helvetica Neue Medium"/>
                <a:cs typeface="Helvetica Neue Medium"/>
                <a:sym typeface="Helvetica Neue Medium"/>
              </a:defRPr>
            </a:pPr>
            <a:endParaRPr sz="1800" b="1" kern="0">
              <a:solidFill>
                <a:srgbClr val="000000"/>
              </a:solidFill>
              <a:latin typeface="Arial" panose="020B0604020202020204" pitchFamily="34" charset="0"/>
              <a:ea typeface="Helvetica Neue Medium"/>
              <a:cs typeface="Arial" panose="020B0604020202020204" pitchFamily="34" charset="0"/>
              <a:sym typeface="Helvetica Neue Medium"/>
            </a:endParaRPr>
          </a:p>
        </p:txBody>
      </p:sp>
      <p:sp>
        <p:nvSpPr>
          <p:cNvPr id="54" name="Espace réservé du texte 38"/>
          <p:cNvSpPr>
            <a:spLocks noGrp="1"/>
          </p:cNvSpPr>
          <p:nvPr>
            <p:ph type="body" sz="quarter" idx="27" hasCustomPrompt="1"/>
          </p:nvPr>
        </p:nvSpPr>
        <p:spPr>
          <a:xfrm>
            <a:off x="1516435" y="5227146"/>
            <a:ext cx="6995273" cy="576035"/>
          </a:xfrm>
          <a:prstGeom prst="rect">
            <a:avLst/>
          </a:prstGeom>
          <a:noFill/>
        </p:spPr>
        <p:txBody>
          <a:bodyPr anchor="ctr">
            <a:noAutofit/>
          </a:bodyPr>
          <a:lstStyle>
            <a:lvl1pPr marL="0" marR="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sz="1600" b="1" baseline="0">
                <a:solidFill>
                  <a:srgbClr val="F4F6FA"/>
                </a:solidFill>
                <a:latin typeface="Arial" panose="020B0604020202020204" pitchFamily="34" charset="0"/>
                <a:cs typeface="Arial" panose="020B0604020202020204" pitchFamily="34" charset="0"/>
              </a:defRPr>
            </a:lvl1pPr>
          </a:lstStyle>
          <a:p>
            <a:pPr marL="0" marR="0" lvl="0" indent="0" algn="l" defTabSz="514299" rtl="0" eaLnBrk="1" fontAlgn="auto" latinLnBrk="0" hangingPunct="1">
              <a:lnSpc>
                <a:spcPct val="100000"/>
              </a:lnSpc>
              <a:spcBef>
                <a:spcPts val="0"/>
              </a:spcBef>
              <a:spcAft>
                <a:spcPts val="75"/>
              </a:spcAft>
              <a:buClr>
                <a:srgbClr val="707070"/>
              </a:buClr>
              <a:buSzPct val="100000"/>
              <a:buFont typeface="Calibri Light" panose="020F0302020204030204" pitchFamily="34" charset="0"/>
              <a:buNone/>
              <a:tabLst/>
              <a:defRPr/>
            </a:pPr>
            <a:r>
              <a:rPr lang="fr-FR" dirty="0"/>
              <a:t>Arial 16 pts 2 lignes max et gras</a:t>
            </a:r>
          </a:p>
        </p:txBody>
      </p:sp>
      <p:grpSp>
        <p:nvGrpSpPr>
          <p:cNvPr id="56" name="Groupe 55"/>
          <p:cNvGrpSpPr/>
          <p:nvPr userDrawn="1"/>
        </p:nvGrpSpPr>
        <p:grpSpPr>
          <a:xfrm>
            <a:off x="585947" y="5244371"/>
            <a:ext cx="634745" cy="541586"/>
            <a:chOff x="544115" y="2295466"/>
            <a:chExt cx="634745" cy="541586"/>
          </a:xfrm>
          <a:solidFill>
            <a:srgbClr val="2F3989"/>
          </a:solidFill>
        </p:grpSpPr>
        <p:sp>
          <p:nvSpPr>
            <p:cNvPr id="57" name="Figure"/>
            <p:cNvSpPr/>
            <p:nvPr userDrawn="1"/>
          </p:nvSpPr>
          <p:spPr>
            <a:xfrm rot="13560000">
              <a:off x="803218" y="2378957"/>
              <a:ext cx="381743" cy="369540"/>
            </a:xfrm>
            <a:custGeom>
              <a:avLst/>
              <a:gdLst>
                <a:gd name="connsiteX0" fmla="*/ 0 w 22156"/>
                <a:gd name="connsiteY0" fmla="*/ 0 h 21456"/>
                <a:gd name="connsiteX1" fmla="*/ 806 w 22156"/>
                <a:gd name="connsiteY1" fmla="*/ 16712 h 21456"/>
                <a:gd name="connsiteX2" fmla="*/ 2327 w 22156"/>
                <a:gd name="connsiteY2" fmla="*/ 20019 h 21456"/>
                <a:gd name="connsiteX3" fmla="*/ 5676 w 22156"/>
                <a:gd name="connsiteY3" fmla="*/ 21456 h 21456"/>
                <a:gd name="connsiteX4" fmla="*/ 22156 w 22156"/>
                <a:gd name="connsiteY4" fmla="*/ 21427 h 21456"/>
                <a:gd name="connsiteX5" fmla="*/ 0 w 22156"/>
                <a:gd name="connsiteY5" fmla="*/ 0 h 21456"/>
                <a:gd name="connsiteX0" fmla="*/ 0 w 23692"/>
                <a:gd name="connsiteY0" fmla="*/ 0 h 21456"/>
                <a:gd name="connsiteX1" fmla="*/ 806 w 23692"/>
                <a:gd name="connsiteY1" fmla="*/ 16712 h 21456"/>
                <a:gd name="connsiteX2" fmla="*/ 2327 w 23692"/>
                <a:gd name="connsiteY2" fmla="*/ 20019 h 21456"/>
                <a:gd name="connsiteX3" fmla="*/ 5676 w 23692"/>
                <a:gd name="connsiteY3" fmla="*/ 21456 h 21456"/>
                <a:gd name="connsiteX4" fmla="*/ 23692 w 23692"/>
                <a:gd name="connsiteY4" fmla="*/ 21401 h 21456"/>
                <a:gd name="connsiteX5" fmla="*/ 0 w 23692"/>
                <a:gd name="connsiteY5" fmla="*/ 0 h 21456"/>
                <a:gd name="connsiteX0" fmla="*/ 0 w 23207"/>
                <a:gd name="connsiteY0" fmla="*/ 0 h 21612"/>
                <a:gd name="connsiteX1" fmla="*/ 806 w 23207"/>
                <a:gd name="connsiteY1" fmla="*/ 16712 h 21612"/>
                <a:gd name="connsiteX2" fmla="*/ 2327 w 23207"/>
                <a:gd name="connsiteY2" fmla="*/ 20019 h 21612"/>
                <a:gd name="connsiteX3" fmla="*/ 5676 w 23207"/>
                <a:gd name="connsiteY3" fmla="*/ 21456 h 21612"/>
                <a:gd name="connsiteX4" fmla="*/ 23207 w 23207"/>
                <a:gd name="connsiteY4" fmla="*/ 21612 h 21612"/>
                <a:gd name="connsiteX5" fmla="*/ 0 w 23207"/>
                <a:gd name="connsiteY5" fmla="*/ 0 h 21612"/>
                <a:gd name="connsiteX0" fmla="*/ 0 w 23136"/>
                <a:gd name="connsiteY0" fmla="*/ 0 h 21546"/>
                <a:gd name="connsiteX1" fmla="*/ 806 w 23136"/>
                <a:gd name="connsiteY1" fmla="*/ 16712 h 21546"/>
                <a:gd name="connsiteX2" fmla="*/ 2327 w 23136"/>
                <a:gd name="connsiteY2" fmla="*/ 20019 h 21546"/>
                <a:gd name="connsiteX3" fmla="*/ 5676 w 23136"/>
                <a:gd name="connsiteY3" fmla="*/ 21456 h 21546"/>
                <a:gd name="connsiteX4" fmla="*/ 23136 w 23136"/>
                <a:gd name="connsiteY4" fmla="*/ 21546 h 21546"/>
                <a:gd name="connsiteX5" fmla="*/ 0 w 23136"/>
                <a:gd name="connsiteY5" fmla="*/ 0 h 21546"/>
                <a:gd name="connsiteX0" fmla="*/ 0 w 23070"/>
                <a:gd name="connsiteY0" fmla="*/ 0 h 21749"/>
                <a:gd name="connsiteX1" fmla="*/ 806 w 23070"/>
                <a:gd name="connsiteY1" fmla="*/ 16712 h 21749"/>
                <a:gd name="connsiteX2" fmla="*/ 2327 w 23070"/>
                <a:gd name="connsiteY2" fmla="*/ 20019 h 21749"/>
                <a:gd name="connsiteX3" fmla="*/ 5676 w 23070"/>
                <a:gd name="connsiteY3" fmla="*/ 21456 h 21749"/>
                <a:gd name="connsiteX4" fmla="*/ 23070 w 23070"/>
                <a:gd name="connsiteY4" fmla="*/ 21749 h 21749"/>
                <a:gd name="connsiteX5" fmla="*/ 0 w 23070"/>
                <a:gd name="connsiteY5" fmla="*/ 0 h 21749"/>
                <a:gd name="connsiteX0" fmla="*/ 0 w 23068"/>
                <a:gd name="connsiteY0" fmla="*/ 0 h 21614"/>
                <a:gd name="connsiteX1" fmla="*/ 806 w 23068"/>
                <a:gd name="connsiteY1" fmla="*/ 16712 h 21614"/>
                <a:gd name="connsiteX2" fmla="*/ 2327 w 23068"/>
                <a:gd name="connsiteY2" fmla="*/ 20019 h 21614"/>
                <a:gd name="connsiteX3" fmla="*/ 5676 w 23068"/>
                <a:gd name="connsiteY3" fmla="*/ 21456 h 21614"/>
                <a:gd name="connsiteX4" fmla="*/ 23068 w 23068"/>
                <a:gd name="connsiteY4" fmla="*/ 21614 h 21614"/>
                <a:gd name="connsiteX5" fmla="*/ 0 w 23068"/>
                <a:gd name="connsiteY5" fmla="*/ 0 h 21614"/>
                <a:gd name="connsiteX0" fmla="*/ 0 w 21017"/>
                <a:gd name="connsiteY0" fmla="*/ 0 h 21469"/>
                <a:gd name="connsiteX1" fmla="*/ 806 w 21017"/>
                <a:gd name="connsiteY1" fmla="*/ 16712 h 21469"/>
                <a:gd name="connsiteX2" fmla="*/ 2327 w 21017"/>
                <a:gd name="connsiteY2" fmla="*/ 20019 h 21469"/>
                <a:gd name="connsiteX3" fmla="*/ 5676 w 21017"/>
                <a:gd name="connsiteY3" fmla="*/ 21456 h 21469"/>
                <a:gd name="connsiteX4" fmla="*/ 21017 w 21017"/>
                <a:gd name="connsiteY4" fmla="*/ 21469 h 21469"/>
                <a:gd name="connsiteX5" fmla="*/ 0 w 21017"/>
                <a:gd name="connsiteY5" fmla="*/ 0 h 21469"/>
                <a:gd name="connsiteX0" fmla="*/ 0 w 20836"/>
                <a:gd name="connsiteY0" fmla="*/ 0 h 21456"/>
                <a:gd name="connsiteX1" fmla="*/ 806 w 20836"/>
                <a:gd name="connsiteY1" fmla="*/ 16712 h 21456"/>
                <a:gd name="connsiteX2" fmla="*/ 2327 w 20836"/>
                <a:gd name="connsiteY2" fmla="*/ 20019 h 21456"/>
                <a:gd name="connsiteX3" fmla="*/ 5676 w 20836"/>
                <a:gd name="connsiteY3" fmla="*/ 21456 h 21456"/>
                <a:gd name="connsiteX4" fmla="*/ 20836 w 20836"/>
                <a:gd name="connsiteY4" fmla="*/ 21266 h 21456"/>
                <a:gd name="connsiteX5" fmla="*/ 0 w 20836"/>
                <a:gd name="connsiteY5" fmla="*/ 0 h 21456"/>
                <a:gd name="connsiteX0" fmla="*/ 0 w 20661"/>
                <a:gd name="connsiteY0" fmla="*/ 0 h 21666"/>
                <a:gd name="connsiteX1" fmla="*/ 631 w 20661"/>
                <a:gd name="connsiteY1" fmla="*/ 16922 h 21666"/>
                <a:gd name="connsiteX2" fmla="*/ 2152 w 20661"/>
                <a:gd name="connsiteY2" fmla="*/ 20229 h 21666"/>
                <a:gd name="connsiteX3" fmla="*/ 5501 w 20661"/>
                <a:gd name="connsiteY3" fmla="*/ 21666 h 21666"/>
                <a:gd name="connsiteX4" fmla="*/ 20661 w 20661"/>
                <a:gd name="connsiteY4" fmla="*/ 21476 h 21666"/>
                <a:gd name="connsiteX5" fmla="*/ 0 w 20661"/>
                <a:gd name="connsiteY5" fmla="*/ 0 h 21666"/>
                <a:gd name="connsiteX0" fmla="*/ 0 w 20486"/>
                <a:gd name="connsiteY0" fmla="*/ 0 h 21876"/>
                <a:gd name="connsiteX1" fmla="*/ 456 w 20486"/>
                <a:gd name="connsiteY1" fmla="*/ 17132 h 21876"/>
                <a:gd name="connsiteX2" fmla="*/ 1977 w 20486"/>
                <a:gd name="connsiteY2" fmla="*/ 20439 h 21876"/>
                <a:gd name="connsiteX3" fmla="*/ 5326 w 20486"/>
                <a:gd name="connsiteY3" fmla="*/ 21876 h 21876"/>
                <a:gd name="connsiteX4" fmla="*/ 20486 w 20486"/>
                <a:gd name="connsiteY4" fmla="*/ 21686 h 21876"/>
                <a:gd name="connsiteX5" fmla="*/ 0 w 20486"/>
                <a:gd name="connsiteY5" fmla="*/ 0 h 21876"/>
                <a:gd name="connsiteX0" fmla="*/ 0 w 20075"/>
                <a:gd name="connsiteY0" fmla="*/ 0 h 22228"/>
                <a:gd name="connsiteX1" fmla="*/ 45 w 20075"/>
                <a:gd name="connsiteY1" fmla="*/ 17484 h 22228"/>
                <a:gd name="connsiteX2" fmla="*/ 1566 w 20075"/>
                <a:gd name="connsiteY2" fmla="*/ 20791 h 22228"/>
                <a:gd name="connsiteX3" fmla="*/ 4915 w 20075"/>
                <a:gd name="connsiteY3" fmla="*/ 22228 h 22228"/>
                <a:gd name="connsiteX4" fmla="*/ 20075 w 20075"/>
                <a:gd name="connsiteY4" fmla="*/ 22038 h 22228"/>
                <a:gd name="connsiteX5" fmla="*/ 0 w 20075"/>
                <a:gd name="connsiteY5" fmla="*/ 0 h 22228"/>
                <a:gd name="connsiteX0" fmla="*/ 0 w 20254"/>
                <a:gd name="connsiteY0" fmla="*/ 0 h 22293"/>
                <a:gd name="connsiteX1" fmla="*/ 224 w 20254"/>
                <a:gd name="connsiteY1" fmla="*/ 17549 h 22293"/>
                <a:gd name="connsiteX2" fmla="*/ 1745 w 20254"/>
                <a:gd name="connsiteY2" fmla="*/ 20856 h 22293"/>
                <a:gd name="connsiteX3" fmla="*/ 5094 w 20254"/>
                <a:gd name="connsiteY3" fmla="*/ 22293 h 22293"/>
                <a:gd name="connsiteX4" fmla="*/ 20254 w 20254"/>
                <a:gd name="connsiteY4" fmla="*/ 22103 h 22293"/>
                <a:gd name="connsiteX5" fmla="*/ 0 w 20254"/>
                <a:gd name="connsiteY5" fmla="*/ 0 h 22293"/>
                <a:gd name="connsiteX0" fmla="*/ 0 w 20133"/>
                <a:gd name="connsiteY0" fmla="*/ 0 h 22158"/>
                <a:gd name="connsiteX1" fmla="*/ 103 w 20133"/>
                <a:gd name="connsiteY1" fmla="*/ 17414 h 22158"/>
                <a:gd name="connsiteX2" fmla="*/ 1624 w 20133"/>
                <a:gd name="connsiteY2" fmla="*/ 20721 h 22158"/>
                <a:gd name="connsiteX3" fmla="*/ 4973 w 20133"/>
                <a:gd name="connsiteY3" fmla="*/ 22158 h 22158"/>
                <a:gd name="connsiteX4" fmla="*/ 20133 w 20133"/>
                <a:gd name="connsiteY4" fmla="*/ 21968 h 22158"/>
                <a:gd name="connsiteX5" fmla="*/ 0 w 20133"/>
                <a:gd name="connsiteY5" fmla="*/ 0 h 22158"/>
                <a:gd name="connsiteX0" fmla="*/ 0 w 20381"/>
                <a:gd name="connsiteY0" fmla="*/ 0 h 22841"/>
                <a:gd name="connsiteX1" fmla="*/ 351 w 20381"/>
                <a:gd name="connsiteY1" fmla="*/ 18097 h 22841"/>
                <a:gd name="connsiteX2" fmla="*/ 1872 w 20381"/>
                <a:gd name="connsiteY2" fmla="*/ 21404 h 22841"/>
                <a:gd name="connsiteX3" fmla="*/ 5221 w 20381"/>
                <a:gd name="connsiteY3" fmla="*/ 22841 h 22841"/>
                <a:gd name="connsiteX4" fmla="*/ 20381 w 20381"/>
                <a:gd name="connsiteY4" fmla="*/ 22651 h 22841"/>
                <a:gd name="connsiteX5" fmla="*/ 0 w 20381"/>
                <a:gd name="connsiteY5" fmla="*/ 0 h 22841"/>
                <a:gd name="connsiteX0" fmla="*/ 0 w 20200"/>
                <a:gd name="connsiteY0" fmla="*/ 0 h 22638"/>
                <a:gd name="connsiteX1" fmla="*/ 170 w 20200"/>
                <a:gd name="connsiteY1" fmla="*/ 17894 h 22638"/>
                <a:gd name="connsiteX2" fmla="*/ 1691 w 20200"/>
                <a:gd name="connsiteY2" fmla="*/ 21201 h 22638"/>
                <a:gd name="connsiteX3" fmla="*/ 5040 w 20200"/>
                <a:gd name="connsiteY3" fmla="*/ 22638 h 22638"/>
                <a:gd name="connsiteX4" fmla="*/ 20200 w 20200"/>
                <a:gd name="connsiteY4" fmla="*/ 22448 h 22638"/>
                <a:gd name="connsiteX5" fmla="*/ 0 w 20200"/>
                <a:gd name="connsiteY5" fmla="*/ 0 h 2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00" h="22638" extrusionOk="0">
                  <a:moveTo>
                    <a:pt x="0" y="0"/>
                  </a:moveTo>
                  <a:cubicBezTo>
                    <a:pt x="83" y="5619"/>
                    <a:pt x="87" y="12275"/>
                    <a:pt x="170" y="17894"/>
                  </a:cubicBezTo>
                  <a:cubicBezTo>
                    <a:pt x="252" y="19147"/>
                    <a:pt x="793" y="20325"/>
                    <a:pt x="1691" y="21201"/>
                  </a:cubicBezTo>
                  <a:cubicBezTo>
                    <a:pt x="2591" y="22079"/>
                    <a:pt x="3785" y="22591"/>
                    <a:pt x="5040" y="22638"/>
                  </a:cubicBezTo>
                  <a:lnTo>
                    <a:pt x="20200" y="22448"/>
                  </a:lnTo>
                  <a:lnTo>
                    <a:pt x="0" y="0"/>
                  </a:lnTo>
                  <a:close/>
                </a:path>
              </a:pathLst>
            </a:custGeom>
            <a:grpFill/>
            <a:ln w="12700" cap="flat">
              <a:noFill/>
              <a:miter lim="400000"/>
            </a:ln>
            <a:effectLst/>
          </p:spPr>
          <p:txBody>
            <a:bodyPr wrap="square" lIns="45718" tIns="45718" rIns="45718" bIns="45718" numCol="1" anchor="ctr">
              <a:noAutofit/>
            </a:bodyPr>
            <a:lstStyle/>
            <a:p>
              <a:pPr hangingPunct="0"/>
              <a:endParaRPr sz="1400" kern="0" baseline="0" dirty="0">
                <a:solidFill>
                  <a:srgbClr val="000000"/>
                </a:solidFill>
                <a:latin typeface="Arial" panose="020B0604020202020204" pitchFamily="34" charset="0"/>
                <a:cs typeface="Arial" panose="020B0604020202020204" pitchFamily="34" charset="0"/>
                <a:sym typeface="Calibri"/>
              </a:endParaRPr>
            </a:p>
          </p:txBody>
        </p:sp>
        <p:sp>
          <p:nvSpPr>
            <p:cNvPr id="58" name="Rectangle aux angles arrondis"/>
            <p:cNvSpPr/>
            <p:nvPr userDrawn="1"/>
          </p:nvSpPr>
          <p:spPr>
            <a:xfrm>
              <a:off x="544115" y="2295466"/>
              <a:ext cx="515113" cy="541586"/>
            </a:xfrm>
            <a:custGeom>
              <a:avLst/>
              <a:gdLst>
                <a:gd name="connsiteX0" fmla="*/ 0 w 504000"/>
                <a:gd name="connsiteY0" fmla="*/ 68065 h 540000"/>
                <a:gd name="connsiteX1" fmla="*/ 68065 w 504000"/>
                <a:gd name="connsiteY1" fmla="*/ 0 h 540000"/>
                <a:gd name="connsiteX2" fmla="*/ 435935 w 504000"/>
                <a:gd name="connsiteY2" fmla="*/ 0 h 540000"/>
                <a:gd name="connsiteX3" fmla="*/ 504000 w 504000"/>
                <a:gd name="connsiteY3" fmla="*/ 68065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04000"/>
                <a:gd name="connsiteY0" fmla="*/ 68065 h 540000"/>
                <a:gd name="connsiteX1" fmla="*/ 68065 w 504000"/>
                <a:gd name="connsiteY1" fmla="*/ 0 h 540000"/>
                <a:gd name="connsiteX2" fmla="*/ 435935 w 504000"/>
                <a:gd name="connsiteY2" fmla="*/ 0 h 540000"/>
                <a:gd name="connsiteX3" fmla="*/ 496063 w 504000"/>
                <a:gd name="connsiteY3" fmla="*/ 71240 h 540000"/>
                <a:gd name="connsiteX4" fmla="*/ 504000 w 504000"/>
                <a:gd name="connsiteY4" fmla="*/ 471935 h 540000"/>
                <a:gd name="connsiteX5" fmla="*/ 435935 w 504000"/>
                <a:gd name="connsiteY5" fmla="*/ 540000 h 540000"/>
                <a:gd name="connsiteX6" fmla="*/ 68065 w 504000"/>
                <a:gd name="connsiteY6" fmla="*/ 540000 h 540000"/>
                <a:gd name="connsiteX7" fmla="*/ 0 w 504000"/>
                <a:gd name="connsiteY7" fmla="*/ 471935 h 540000"/>
                <a:gd name="connsiteX8" fmla="*/ 0 w 504000"/>
                <a:gd name="connsiteY8" fmla="*/ 68065 h 540000"/>
                <a:gd name="connsiteX0" fmla="*/ 0 w 529401"/>
                <a:gd name="connsiteY0" fmla="*/ 68065 h 540000"/>
                <a:gd name="connsiteX1" fmla="*/ 68065 w 529401"/>
                <a:gd name="connsiteY1" fmla="*/ 0 h 540000"/>
                <a:gd name="connsiteX2" fmla="*/ 435935 w 529401"/>
                <a:gd name="connsiteY2" fmla="*/ 0 h 540000"/>
                <a:gd name="connsiteX3" fmla="*/ 529401 w 529401"/>
                <a:gd name="connsiteY3" fmla="*/ 142678 h 540000"/>
                <a:gd name="connsiteX4" fmla="*/ 504000 w 529401"/>
                <a:gd name="connsiteY4" fmla="*/ 471935 h 540000"/>
                <a:gd name="connsiteX5" fmla="*/ 435935 w 529401"/>
                <a:gd name="connsiteY5" fmla="*/ 540000 h 540000"/>
                <a:gd name="connsiteX6" fmla="*/ 68065 w 529401"/>
                <a:gd name="connsiteY6" fmla="*/ 540000 h 540000"/>
                <a:gd name="connsiteX7" fmla="*/ 0 w 529401"/>
                <a:gd name="connsiteY7" fmla="*/ 471935 h 540000"/>
                <a:gd name="connsiteX8" fmla="*/ 0 w 529401"/>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27448"/>
                <a:gd name="connsiteY0" fmla="*/ 68065 h 540000"/>
                <a:gd name="connsiteX1" fmla="*/ 68065 w 527448"/>
                <a:gd name="connsiteY1" fmla="*/ 0 h 540000"/>
                <a:gd name="connsiteX2" fmla="*/ 435935 w 527448"/>
                <a:gd name="connsiteY2" fmla="*/ 0 h 540000"/>
                <a:gd name="connsiteX3" fmla="*/ 527448 w 527448"/>
                <a:gd name="connsiteY3" fmla="*/ 154047 h 540000"/>
                <a:gd name="connsiteX4" fmla="*/ 504000 w 527448"/>
                <a:gd name="connsiteY4" fmla="*/ 471935 h 540000"/>
                <a:gd name="connsiteX5" fmla="*/ 435935 w 527448"/>
                <a:gd name="connsiteY5" fmla="*/ 540000 h 540000"/>
                <a:gd name="connsiteX6" fmla="*/ 68065 w 527448"/>
                <a:gd name="connsiteY6" fmla="*/ 540000 h 540000"/>
                <a:gd name="connsiteX7" fmla="*/ 0 w 527448"/>
                <a:gd name="connsiteY7" fmla="*/ 471935 h 540000"/>
                <a:gd name="connsiteX8" fmla="*/ 0 w 527448"/>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06810"/>
                <a:gd name="connsiteY0" fmla="*/ 68065 h 540000"/>
                <a:gd name="connsiteX1" fmla="*/ 68065 w 506810"/>
                <a:gd name="connsiteY1" fmla="*/ 0 h 540000"/>
                <a:gd name="connsiteX2" fmla="*/ 435935 w 506810"/>
                <a:gd name="connsiteY2" fmla="*/ 0 h 540000"/>
                <a:gd name="connsiteX3" fmla="*/ 506810 w 506810"/>
                <a:gd name="connsiteY3" fmla="*/ 144522 h 540000"/>
                <a:gd name="connsiteX4" fmla="*/ 504000 w 506810"/>
                <a:gd name="connsiteY4" fmla="*/ 471935 h 540000"/>
                <a:gd name="connsiteX5" fmla="*/ 435935 w 506810"/>
                <a:gd name="connsiteY5" fmla="*/ 540000 h 540000"/>
                <a:gd name="connsiteX6" fmla="*/ 68065 w 506810"/>
                <a:gd name="connsiteY6" fmla="*/ 540000 h 540000"/>
                <a:gd name="connsiteX7" fmla="*/ 0 w 506810"/>
                <a:gd name="connsiteY7" fmla="*/ 471935 h 540000"/>
                <a:gd name="connsiteX8" fmla="*/ 0 w 506810"/>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5935 w 519875"/>
                <a:gd name="connsiteY5" fmla="*/ 540000 h 540000"/>
                <a:gd name="connsiteX6" fmla="*/ 68065 w 519875"/>
                <a:gd name="connsiteY6" fmla="*/ 540000 h 540000"/>
                <a:gd name="connsiteX7" fmla="*/ 0 w 519875"/>
                <a:gd name="connsiteY7" fmla="*/ 471935 h 540000"/>
                <a:gd name="connsiteX8" fmla="*/ 0 w 519875"/>
                <a:gd name="connsiteY8" fmla="*/ 68065 h 540000"/>
                <a:gd name="connsiteX0" fmla="*/ 0 w 519875"/>
                <a:gd name="connsiteY0" fmla="*/ 68065 h 540000"/>
                <a:gd name="connsiteX1" fmla="*/ 68065 w 519875"/>
                <a:gd name="connsiteY1" fmla="*/ 0 h 540000"/>
                <a:gd name="connsiteX2" fmla="*/ 435935 w 519875"/>
                <a:gd name="connsiteY2" fmla="*/ 0 h 540000"/>
                <a:gd name="connsiteX3" fmla="*/ 506810 w 519875"/>
                <a:gd name="connsiteY3" fmla="*/ 144522 h 540000"/>
                <a:gd name="connsiteX4" fmla="*/ 519875 w 519875"/>
                <a:gd name="connsiteY4" fmla="*/ 444947 h 540000"/>
                <a:gd name="connsiteX5" fmla="*/ 432760 w 519875"/>
                <a:gd name="connsiteY5" fmla="*/ 536825 h 540000"/>
                <a:gd name="connsiteX6" fmla="*/ 68065 w 519875"/>
                <a:gd name="connsiteY6" fmla="*/ 540000 h 540000"/>
                <a:gd name="connsiteX7" fmla="*/ 0 w 519875"/>
                <a:gd name="connsiteY7" fmla="*/ 471935 h 540000"/>
                <a:gd name="connsiteX8" fmla="*/ 0 w 519875"/>
                <a:gd name="connsiteY8" fmla="*/ 68065 h 540000"/>
                <a:gd name="connsiteX0" fmla="*/ 0 w 508763"/>
                <a:gd name="connsiteY0" fmla="*/ 68065 h 540000"/>
                <a:gd name="connsiteX1" fmla="*/ 68065 w 508763"/>
                <a:gd name="connsiteY1" fmla="*/ 0 h 540000"/>
                <a:gd name="connsiteX2" fmla="*/ 435935 w 508763"/>
                <a:gd name="connsiteY2" fmla="*/ 0 h 540000"/>
                <a:gd name="connsiteX3" fmla="*/ 506810 w 508763"/>
                <a:gd name="connsiteY3" fmla="*/ 144522 h 540000"/>
                <a:gd name="connsiteX4" fmla="*/ 508763 w 508763"/>
                <a:gd name="connsiteY4" fmla="*/ 425897 h 540000"/>
                <a:gd name="connsiteX5" fmla="*/ 432760 w 508763"/>
                <a:gd name="connsiteY5" fmla="*/ 536825 h 540000"/>
                <a:gd name="connsiteX6" fmla="*/ 68065 w 508763"/>
                <a:gd name="connsiteY6" fmla="*/ 540000 h 540000"/>
                <a:gd name="connsiteX7" fmla="*/ 0 w 508763"/>
                <a:gd name="connsiteY7" fmla="*/ 471935 h 540000"/>
                <a:gd name="connsiteX8" fmla="*/ 0 w 508763"/>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2760 w 507175"/>
                <a:gd name="connsiteY5" fmla="*/ 536825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35935 w 507175"/>
                <a:gd name="connsiteY5" fmla="*/ 532062 h 540000"/>
                <a:gd name="connsiteX6" fmla="*/ 68065 w 507175"/>
                <a:gd name="connsiteY6" fmla="*/ 540000 h 540000"/>
                <a:gd name="connsiteX7" fmla="*/ 0 w 507175"/>
                <a:gd name="connsiteY7" fmla="*/ 471935 h 540000"/>
                <a:gd name="connsiteX8" fmla="*/ 0 w 507175"/>
                <a:gd name="connsiteY8" fmla="*/ 68065 h 540000"/>
                <a:gd name="connsiteX0" fmla="*/ 0 w 507175"/>
                <a:gd name="connsiteY0" fmla="*/ 68065 h 540000"/>
                <a:gd name="connsiteX1" fmla="*/ 68065 w 507175"/>
                <a:gd name="connsiteY1" fmla="*/ 0 h 540000"/>
                <a:gd name="connsiteX2" fmla="*/ 435935 w 507175"/>
                <a:gd name="connsiteY2" fmla="*/ 0 h 540000"/>
                <a:gd name="connsiteX3" fmla="*/ 506810 w 507175"/>
                <a:gd name="connsiteY3" fmla="*/ 144522 h 540000"/>
                <a:gd name="connsiteX4" fmla="*/ 507175 w 507175"/>
                <a:gd name="connsiteY4" fmla="*/ 417959 h 540000"/>
                <a:gd name="connsiteX5" fmla="*/ 443872 w 507175"/>
                <a:gd name="connsiteY5" fmla="*/ 530474 h 540000"/>
                <a:gd name="connsiteX6" fmla="*/ 68065 w 507175"/>
                <a:gd name="connsiteY6" fmla="*/ 540000 h 540000"/>
                <a:gd name="connsiteX7" fmla="*/ 0 w 507175"/>
                <a:gd name="connsiteY7" fmla="*/ 471935 h 540000"/>
                <a:gd name="connsiteX8" fmla="*/ 0 w 50717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3872 w 551625"/>
                <a:gd name="connsiteY5" fmla="*/ 530474 h 540000"/>
                <a:gd name="connsiteX6" fmla="*/ 68065 w 551625"/>
                <a:gd name="connsiteY6" fmla="*/ 540000 h 540000"/>
                <a:gd name="connsiteX7" fmla="*/ 0 w 551625"/>
                <a:gd name="connsiteY7" fmla="*/ 471935 h 540000"/>
                <a:gd name="connsiteX8" fmla="*/ 0 w 551625"/>
                <a:gd name="connsiteY8" fmla="*/ 68065 h 540000"/>
                <a:gd name="connsiteX0" fmla="*/ 0 w 551625"/>
                <a:gd name="connsiteY0" fmla="*/ 68065 h 540000"/>
                <a:gd name="connsiteX1" fmla="*/ 68065 w 551625"/>
                <a:gd name="connsiteY1" fmla="*/ 0 h 540000"/>
                <a:gd name="connsiteX2" fmla="*/ 435935 w 551625"/>
                <a:gd name="connsiteY2" fmla="*/ 0 h 540000"/>
                <a:gd name="connsiteX3" fmla="*/ 506810 w 551625"/>
                <a:gd name="connsiteY3" fmla="*/ 144522 h 540000"/>
                <a:gd name="connsiteX4" fmla="*/ 551625 w 551625"/>
                <a:gd name="connsiteY4" fmla="*/ 348109 h 540000"/>
                <a:gd name="connsiteX5" fmla="*/ 442285 w 551625"/>
                <a:gd name="connsiteY5" fmla="*/ 536824 h 540000"/>
                <a:gd name="connsiteX6" fmla="*/ 68065 w 551625"/>
                <a:gd name="connsiteY6" fmla="*/ 540000 h 540000"/>
                <a:gd name="connsiteX7" fmla="*/ 0 w 551625"/>
                <a:gd name="connsiteY7" fmla="*/ 471935 h 540000"/>
                <a:gd name="connsiteX8" fmla="*/ 0 w 551625"/>
                <a:gd name="connsiteY8" fmla="*/ 68065 h 540000"/>
                <a:gd name="connsiteX0" fmla="*/ 0 w 515113"/>
                <a:gd name="connsiteY0" fmla="*/ 68065 h 540000"/>
                <a:gd name="connsiteX1" fmla="*/ 68065 w 515113"/>
                <a:gd name="connsiteY1" fmla="*/ 0 h 540000"/>
                <a:gd name="connsiteX2" fmla="*/ 435935 w 515113"/>
                <a:gd name="connsiteY2" fmla="*/ 0 h 540000"/>
                <a:gd name="connsiteX3" fmla="*/ 506810 w 515113"/>
                <a:gd name="connsiteY3" fmla="*/ 144522 h 540000"/>
                <a:gd name="connsiteX4" fmla="*/ 515113 w 515113"/>
                <a:gd name="connsiteY4" fmla="*/ 344934 h 540000"/>
                <a:gd name="connsiteX5" fmla="*/ 442285 w 515113"/>
                <a:gd name="connsiteY5" fmla="*/ 536824 h 540000"/>
                <a:gd name="connsiteX6" fmla="*/ 68065 w 515113"/>
                <a:gd name="connsiteY6" fmla="*/ 540000 h 540000"/>
                <a:gd name="connsiteX7" fmla="*/ 0 w 515113"/>
                <a:gd name="connsiteY7" fmla="*/ 471935 h 540000"/>
                <a:gd name="connsiteX8" fmla="*/ 0 w 515113"/>
                <a:gd name="connsiteY8" fmla="*/ 68065 h 540000"/>
                <a:gd name="connsiteX0" fmla="*/ 0 w 515113"/>
                <a:gd name="connsiteY0" fmla="*/ 68065 h 541586"/>
                <a:gd name="connsiteX1" fmla="*/ 68065 w 515113"/>
                <a:gd name="connsiteY1" fmla="*/ 0 h 541586"/>
                <a:gd name="connsiteX2" fmla="*/ 435935 w 515113"/>
                <a:gd name="connsiteY2" fmla="*/ 0 h 541586"/>
                <a:gd name="connsiteX3" fmla="*/ 506810 w 515113"/>
                <a:gd name="connsiteY3" fmla="*/ 144522 h 541586"/>
                <a:gd name="connsiteX4" fmla="*/ 515113 w 515113"/>
                <a:gd name="connsiteY4" fmla="*/ 344934 h 541586"/>
                <a:gd name="connsiteX5" fmla="*/ 435935 w 515113"/>
                <a:gd name="connsiteY5" fmla="*/ 541586 h 541586"/>
                <a:gd name="connsiteX6" fmla="*/ 68065 w 515113"/>
                <a:gd name="connsiteY6" fmla="*/ 540000 h 541586"/>
                <a:gd name="connsiteX7" fmla="*/ 0 w 515113"/>
                <a:gd name="connsiteY7" fmla="*/ 471935 h 541586"/>
                <a:gd name="connsiteX8" fmla="*/ 0 w 515113"/>
                <a:gd name="connsiteY8" fmla="*/ 68065 h 541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5113" h="541586">
                  <a:moveTo>
                    <a:pt x="0" y="68065"/>
                  </a:moveTo>
                  <a:cubicBezTo>
                    <a:pt x="0" y="30474"/>
                    <a:pt x="30474" y="0"/>
                    <a:pt x="68065" y="0"/>
                  </a:cubicBezTo>
                  <a:lnTo>
                    <a:pt x="435935" y="0"/>
                  </a:lnTo>
                  <a:cubicBezTo>
                    <a:pt x="473526" y="0"/>
                    <a:pt x="498873" y="138172"/>
                    <a:pt x="506810" y="144522"/>
                  </a:cubicBezTo>
                  <a:cubicBezTo>
                    <a:pt x="506810" y="279145"/>
                    <a:pt x="515113" y="210311"/>
                    <a:pt x="515113" y="344934"/>
                  </a:cubicBezTo>
                  <a:cubicBezTo>
                    <a:pt x="515113" y="382525"/>
                    <a:pt x="473526" y="541586"/>
                    <a:pt x="435935" y="541586"/>
                  </a:cubicBezTo>
                  <a:lnTo>
                    <a:pt x="68065" y="540000"/>
                  </a:lnTo>
                  <a:cubicBezTo>
                    <a:pt x="30474" y="540000"/>
                    <a:pt x="0" y="509526"/>
                    <a:pt x="0" y="471935"/>
                  </a:cubicBezTo>
                  <a:lnTo>
                    <a:pt x="0" y="68065"/>
                  </a:lnTo>
                  <a:close/>
                </a:path>
              </a:pathLst>
            </a:custGeom>
            <a:grpFill/>
            <a:ln w="12700" cap="flat">
              <a:noFill/>
              <a:miter lim="400000"/>
            </a:ln>
            <a:effectLst/>
          </p:spPr>
          <p:txBody>
            <a:bodyPr wrap="square" lIns="45718" tIns="45718" rIns="45718" bIns="45718" numCol="1" anchor="ctr">
              <a:noAutofit/>
            </a:bodyPr>
            <a:lstStyle/>
            <a:p>
              <a:pPr hangingPunct="0"/>
              <a:endParaRPr sz="1600" kern="0">
                <a:solidFill>
                  <a:srgbClr val="000000"/>
                </a:solidFill>
                <a:latin typeface="Arial" panose="020B0604020202020204" pitchFamily="34" charset="0"/>
                <a:cs typeface="Arial" panose="020B0604020202020204" pitchFamily="34" charset="0"/>
                <a:sym typeface="Calibri"/>
              </a:endParaRPr>
            </a:p>
          </p:txBody>
        </p:sp>
      </p:grpSp>
      <p:sp>
        <p:nvSpPr>
          <p:cNvPr id="62" name="Rectangle aux angles arrondis"/>
          <p:cNvSpPr/>
          <p:nvPr userDrawn="1"/>
        </p:nvSpPr>
        <p:spPr>
          <a:xfrm>
            <a:off x="594241" y="5290163"/>
            <a:ext cx="502457" cy="501707"/>
          </a:xfrm>
          <a:prstGeom prst="rect">
            <a:avLst/>
          </a:prstGeom>
          <a:noFill/>
          <a:ln w="12700" cap="flat">
            <a:noFill/>
            <a:miter lim="400000"/>
          </a:ln>
          <a:effectLst/>
        </p:spPr>
        <p:txBody>
          <a:bodyPr wrap="square" lIns="45718" tIns="45718" rIns="45718" bIns="45718" numCol="1" anchor="ctr">
            <a:noAutofit/>
          </a:bodyPr>
          <a:lstStyle/>
          <a:p>
            <a:pPr hangingPunct="0"/>
            <a:r>
              <a:rPr lang="fr-FR" sz="1800" b="1" kern="0" dirty="0">
                <a:solidFill>
                  <a:srgbClr val="FFFFFF"/>
                </a:solidFill>
                <a:latin typeface="Arial" panose="020B0604020202020204" pitchFamily="34" charset="0"/>
                <a:cs typeface="Arial" panose="020B0604020202020204" pitchFamily="34" charset="0"/>
                <a:sym typeface="Calibri"/>
              </a:rPr>
              <a:t>VI.</a:t>
            </a:r>
            <a:endParaRPr sz="1800" b="1" kern="0" dirty="0">
              <a:solidFill>
                <a:srgbClr val="FFFFFF"/>
              </a:solidFill>
              <a:latin typeface="Arial" panose="020B0604020202020204" pitchFamily="34" charset="0"/>
              <a:cs typeface="Arial" panose="020B0604020202020204" pitchFamily="34" charset="0"/>
              <a:sym typeface="Calibri"/>
            </a:endParaRPr>
          </a:p>
        </p:txBody>
      </p:sp>
    </p:spTree>
    <p:extLst>
      <p:ext uri="{BB962C8B-B14F-4D97-AF65-F5344CB8AC3E}">
        <p14:creationId xmlns:p14="http://schemas.microsoft.com/office/powerpoint/2010/main" val="2175675785"/>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a)  GRAPH + TEXTE BAS">
    <p:spTree>
      <p:nvGrpSpPr>
        <p:cNvPr id="1" name=""/>
        <p:cNvGrpSpPr/>
        <p:nvPr/>
      </p:nvGrpSpPr>
      <p:grpSpPr>
        <a:xfrm>
          <a:off x="0" y="0"/>
          <a:ext cx="0" cy="0"/>
          <a:chOff x="0" y="0"/>
          <a:chExt cx="0" cy="0"/>
        </a:xfrm>
      </p:grpSpPr>
      <p:sp>
        <p:nvSpPr>
          <p:cNvPr id="10"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2F3989"/>
              </a:solidFill>
              <a:latin typeface="Arial" panose="020B0604020202020204" pitchFamily="34" charset="0"/>
              <a:cs typeface="Arial" panose="020B0604020202020204" pitchFamily="34" charset="0"/>
              <a:sym typeface="Calibri"/>
            </a:endParaRPr>
          </a:p>
        </p:txBody>
      </p:sp>
      <p:sp>
        <p:nvSpPr>
          <p:cNvPr id="9" name="Rectangle : coins arrondis 6"/>
          <p:cNvSpPr/>
          <p:nvPr userDrawn="1"/>
        </p:nvSpPr>
        <p:spPr>
          <a:xfrm>
            <a:off x="180000" y="1284823"/>
            <a:ext cx="8730000" cy="324000"/>
          </a:xfrm>
          <a:prstGeom prst="roundRect">
            <a:avLst>
              <a:gd name="adj" fmla="val 18429"/>
            </a:avLst>
          </a:prstGeom>
          <a:solidFill>
            <a:srgbClr val="FFFFFF"/>
          </a:solidFill>
          <a:ln w="12700">
            <a:miter lim="400000"/>
          </a:ln>
          <a:effectLst>
            <a:innerShdw blurRad="63500" dist="25400" dir="5400000">
              <a:prstClr val="black">
                <a:alpha val="23000"/>
              </a:prstClr>
            </a:innerShdw>
          </a:effectLst>
        </p:spPr>
        <p:txBody>
          <a:bodyPr lIns="45718" tIns="45718" rIns="45718" bIns="45718" anchor="ctr"/>
          <a:lstStyle/>
          <a:p>
            <a:pPr algn="ctr" hangingPunct="0">
              <a:defRPr>
                <a:solidFill>
                  <a:srgbClr val="FFFFFF"/>
                </a:solidFill>
              </a:defRPr>
            </a:pPr>
            <a:endParaRPr sz="1600" kern="0" dirty="0">
              <a:solidFill>
                <a:srgbClr val="2F3989"/>
              </a:solidFill>
              <a:latin typeface="Arial" panose="020B0604020202020204" pitchFamily="34" charset="0"/>
              <a:cs typeface="Arial" panose="020B0604020202020204" pitchFamily="34" charset="0"/>
              <a:sym typeface="Calibri"/>
            </a:endParaRPr>
          </a:p>
        </p:txBody>
      </p:sp>
      <p:sp>
        <p:nvSpPr>
          <p:cNvPr id="7" name="Title 1"/>
          <p:cNvSpPr>
            <a:spLocks noGrp="1"/>
          </p:cNvSpPr>
          <p:nvPr>
            <p:ph type="title" hasCustomPrompt="1"/>
          </p:nvPr>
        </p:nvSpPr>
        <p:spPr>
          <a:xfrm>
            <a:off x="72000" y="230400"/>
            <a:ext cx="8964424" cy="370800"/>
          </a:xfrm>
          <a:prstGeom prst="rect">
            <a:avLst/>
          </a:prstGeom>
        </p:spPr>
        <p:txBody>
          <a:bodyPr lIns="108000">
            <a:noAutofit/>
          </a:bodyPr>
          <a:lstStyle>
            <a:lvl1pPr>
              <a:defRPr lang="en-US" sz="3600" b="1"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8" name="Espace réservé du texte 10"/>
          <p:cNvSpPr>
            <a:spLocks noGrp="1"/>
          </p:cNvSpPr>
          <p:nvPr>
            <p:ph type="body" sz="quarter" idx="10" hasCustomPrompt="1"/>
          </p:nvPr>
        </p:nvSpPr>
        <p:spPr>
          <a:xfrm>
            <a:off x="72000" y="720000"/>
            <a:ext cx="8964424" cy="370800"/>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35" name="Espace réservé du texte 34"/>
          <p:cNvSpPr>
            <a:spLocks noGrp="1"/>
          </p:cNvSpPr>
          <p:nvPr>
            <p:ph type="body" sz="quarter" idx="12" hasCustomPrompt="1"/>
          </p:nvPr>
        </p:nvSpPr>
        <p:spPr>
          <a:xfrm>
            <a:off x="261000" y="1330395"/>
            <a:ext cx="8568000" cy="232848"/>
          </a:xfrm>
          <a:prstGeom prst="rect">
            <a:avLst/>
          </a:prstGeom>
          <a:effectLst>
            <a:innerShdw blurRad="63500" dist="50800" dir="2700000">
              <a:prstClr val="black">
                <a:alpha val="50000"/>
              </a:prstClr>
            </a:innerShdw>
          </a:effectLst>
        </p:spPr>
        <p:txBody>
          <a:bodyPr>
            <a:noAutofit/>
          </a:bodyPr>
          <a:lstStyle>
            <a:lvl1pPr marL="0" marR="0" indent="0" algn="l" defTabSz="914400" rtl="0" eaLnBrk="1" fontAlgn="auto" latinLnBrk="0" hangingPunct="1">
              <a:lnSpc>
                <a:spcPct val="90000"/>
              </a:lnSpc>
              <a:spcBef>
                <a:spcPts val="1000"/>
              </a:spcBef>
              <a:spcAft>
                <a:spcPts val="0"/>
              </a:spcAft>
              <a:buClr>
                <a:srgbClr val="FFFFFF"/>
              </a:buClr>
              <a:buSzPct val="30000"/>
              <a:buFontTx/>
              <a:buNone/>
              <a:tabLst/>
              <a:defRPr sz="1600" b="1" baseline="0">
                <a:solidFill>
                  <a:srgbClr val="2F3989"/>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
                <a:srgbClr val="FFFFFF"/>
              </a:buClr>
              <a:buSzPct val="30000"/>
              <a:buFontTx/>
              <a:buNone/>
              <a:tabLst/>
              <a:defRPr/>
            </a:pPr>
            <a:r>
              <a:rPr lang="fr-FR" dirty="0"/>
              <a:t>Titre graphique - Arial 16 pts gras espace </a:t>
            </a:r>
            <a:r>
              <a:rPr lang="fr-FR" dirty="0" err="1"/>
              <a:t>avt</a:t>
            </a:r>
            <a:r>
              <a:rPr lang="fr-FR" dirty="0"/>
              <a:t> 10 </a:t>
            </a:r>
            <a:r>
              <a:rPr lang="fr-FR" dirty="0" err="1"/>
              <a:t>interli</a:t>
            </a:r>
            <a:r>
              <a:rPr lang="fr-FR" dirty="0"/>
              <a:t> multiple 0,9 </a:t>
            </a:r>
          </a:p>
        </p:txBody>
      </p:sp>
      <p:sp>
        <p:nvSpPr>
          <p:cNvPr id="40" name="Espace réservé du texte 39"/>
          <p:cNvSpPr>
            <a:spLocks noGrp="1"/>
          </p:cNvSpPr>
          <p:nvPr>
            <p:ph type="body" sz="quarter" idx="14" hasCustomPrompt="1"/>
          </p:nvPr>
        </p:nvSpPr>
        <p:spPr>
          <a:xfrm>
            <a:off x="5120769" y="5674767"/>
            <a:ext cx="3591429" cy="176213"/>
          </a:xfrm>
          <a:prstGeom prst="rect">
            <a:avLst/>
          </a:prstGeom>
        </p:spPr>
        <p:txBody>
          <a:bodyPr anchor="b">
            <a:noAutofit/>
          </a:bodyPr>
          <a:lstStyle>
            <a:lvl1pPr marL="0" indent="0" algn="r">
              <a:buFontTx/>
              <a:buNone/>
              <a:defRPr sz="900" b="0" i="1">
                <a:solidFill>
                  <a:srgbClr val="44546A"/>
                </a:solidFill>
                <a:latin typeface="Arial" panose="020B0604020202020204" pitchFamily="34" charset="0"/>
                <a:cs typeface="Arial" panose="020B0604020202020204" pitchFamily="34" charset="0"/>
              </a:defRPr>
            </a:lvl1pPr>
          </a:lstStyle>
          <a:p>
            <a:pPr lvl="0"/>
            <a:r>
              <a:rPr lang="fr-FR" dirty="0"/>
              <a:t>Source :  à préciser  </a:t>
            </a:r>
            <a:r>
              <a:rPr lang="fr-FR" dirty="0" err="1"/>
              <a:t>arial</a:t>
            </a:r>
            <a:r>
              <a:rPr lang="fr-FR" dirty="0"/>
              <a:t> 9 </a:t>
            </a:r>
            <a:r>
              <a:rPr lang="fr-FR" dirty="0" err="1"/>
              <a:t>it</a:t>
            </a:r>
            <a:r>
              <a:rPr lang="fr-FR" dirty="0"/>
              <a:t>  </a:t>
            </a:r>
          </a:p>
        </p:txBody>
      </p:sp>
      <p:sp>
        <p:nvSpPr>
          <p:cNvPr id="6" name="Espace réservé du graphique 5"/>
          <p:cNvSpPr>
            <a:spLocks noGrp="1"/>
          </p:cNvSpPr>
          <p:nvPr>
            <p:ph type="chart" sz="quarter" idx="16"/>
          </p:nvPr>
        </p:nvSpPr>
        <p:spPr>
          <a:xfrm>
            <a:off x="330740" y="1648463"/>
            <a:ext cx="8381458" cy="4000904"/>
          </a:xfrm>
          <a:prstGeom prst="rect">
            <a:avLst/>
          </a:prstGeom>
        </p:spPr>
        <p:txBody>
          <a:bodyPr/>
          <a:lstStyle>
            <a:lvl1pPr>
              <a:defRPr>
                <a:solidFill>
                  <a:srgbClr val="2F3989"/>
                </a:solidFill>
              </a:defRPr>
            </a:lvl1pPr>
          </a:lstStyle>
          <a:p>
            <a:endParaRPr lang="fr-FR" dirty="0"/>
          </a:p>
        </p:txBody>
      </p:sp>
      <p:sp>
        <p:nvSpPr>
          <p:cNvPr id="5" name="Espace réservé du texte 4"/>
          <p:cNvSpPr>
            <a:spLocks noGrp="1"/>
          </p:cNvSpPr>
          <p:nvPr>
            <p:ph type="body" sz="quarter" idx="15" hasCustomPrompt="1"/>
          </p:nvPr>
        </p:nvSpPr>
        <p:spPr>
          <a:xfrm>
            <a:off x="72000" y="5974500"/>
            <a:ext cx="8622967" cy="489600"/>
          </a:xfrm>
          <a:prstGeom prst="rect">
            <a:avLst/>
          </a:prstGeom>
        </p:spPr>
        <p:txBody>
          <a:bodyPr lIns="108000">
            <a:noAutofit/>
          </a:bodyPr>
          <a:lstStyle>
            <a:lvl1pPr marL="0" indent="0">
              <a:lnSpc>
                <a:spcPct val="100000"/>
              </a:lnSpc>
              <a:spcBef>
                <a:spcPts val="0"/>
              </a:spcBef>
              <a:buFontTx/>
              <a:buNone/>
              <a:defRPr sz="1600" b="1" baseline="0">
                <a:solidFill>
                  <a:srgbClr val="FFFFFF"/>
                </a:solidFill>
              </a:defRPr>
            </a:lvl1pPr>
          </a:lstStyle>
          <a:p>
            <a:pPr lvl="0"/>
            <a:r>
              <a:rPr lang="fr-FR" dirty="0"/>
              <a:t>Conclusion sur 2 lignes max -  Arial 16 pts gras</a:t>
            </a:r>
          </a:p>
        </p:txBody>
      </p:sp>
    </p:spTree>
    <p:extLst>
      <p:ext uri="{BB962C8B-B14F-4D97-AF65-F5344CB8AC3E}">
        <p14:creationId xmlns:p14="http://schemas.microsoft.com/office/powerpoint/2010/main" val="225697880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b)  GRAPH + TEXTE DROITE - video">
    <p:spTree>
      <p:nvGrpSpPr>
        <p:cNvPr id="1" name=""/>
        <p:cNvGrpSpPr/>
        <p:nvPr/>
      </p:nvGrpSpPr>
      <p:grpSpPr>
        <a:xfrm>
          <a:off x="0" y="0"/>
          <a:ext cx="0" cy="0"/>
          <a:chOff x="0" y="0"/>
          <a:chExt cx="0" cy="0"/>
        </a:xfrm>
      </p:grpSpPr>
      <p:sp>
        <p:nvSpPr>
          <p:cNvPr id="11"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10" name="Rectangle : coins arrondis 6"/>
          <p:cNvSpPr/>
          <p:nvPr userDrawn="1"/>
        </p:nvSpPr>
        <p:spPr>
          <a:xfrm>
            <a:off x="180000" y="1311515"/>
            <a:ext cx="8730000" cy="324000"/>
          </a:xfrm>
          <a:prstGeom prst="roundRect">
            <a:avLst>
              <a:gd name="adj" fmla="val 18429"/>
            </a:avLst>
          </a:prstGeom>
          <a:solidFill>
            <a:srgbClr val="FFFFFF"/>
          </a:solidFill>
          <a:ln w="12700">
            <a:miter lim="400000"/>
          </a:ln>
          <a:effectLst>
            <a:innerShdw blurRad="63500" dist="25400" dir="5400000">
              <a:prstClr val="black">
                <a:alpha val="23000"/>
              </a:prstClr>
            </a:innerShdw>
          </a:effectLst>
        </p:spPr>
        <p:txBody>
          <a:bodyPr lIns="45718" tIns="45718" rIns="45718" bIns="45718" anchor="ctr"/>
          <a:lstStyle/>
          <a:p>
            <a:pPr algn="ctr" hangingPunct="0">
              <a:defRPr>
                <a:solidFill>
                  <a:srgbClr val="FFFFFF"/>
                </a:solidFill>
              </a:defRPr>
            </a:pPr>
            <a:endParaRPr sz="1600" kern="0">
              <a:solidFill>
                <a:srgbClr val="2F3989"/>
              </a:solidFill>
              <a:latin typeface="Arial" panose="020B0604020202020204" pitchFamily="34" charset="0"/>
              <a:cs typeface="Arial" panose="020B0604020202020204" pitchFamily="34" charset="0"/>
              <a:sym typeface="Calibri"/>
            </a:endParaRPr>
          </a:p>
        </p:txBody>
      </p:sp>
      <p:sp>
        <p:nvSpPr>
          <p:cNvPr id="7" name="Title 1"/>
          <p:cNvSpPr>
            <a:spLocks noGrp="1"/>
          </p:cNvSpPr>
          <p:nvPr>
            <p:ph type="title" hasCustomPrompt="1"/>
          </p:nvPr>
        </p:nvSpPr>
        <p:spPr>
          <a:xfrm>
            <a:off x="72000" y="230400"/>
            <a:ext cx="8950976" cy="369660"/>
          </a:xfrm>
          <a:prstGeom prst="rect">
            <a:avLst/>
          </a:prstGeom>
        </p:spPr>
        <p:txBody>
          <a:bodyPr lIns="108000">
            <a:noAutofit/>
          </a:bodyPr>
          <a:lstStyle>
            <a:lvl1pPr>
              <a:defRPr lang="en-US" sz="3600" b="1"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8" name="Espace réservé du texte 10"/>
          <p:cNvSpPr>
            <a:spLocks noGrp="1"/>
          </p:cNvSpPr>
          <p:nvPr>
            <p:ph type="body" sz="quarter" idx="10" hasCustomPrompt="1"/>
          </p:nvPr>
        </p:nvSpPr>
        <p:spPr>
          <a:xfrm>
            <a:off x="72000" y="720000"/>
            <a:ext cx="8950976" cy="370800"/>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36" name="Espace réservé du graphique 35"/>
          <p:cNvSpPr>
            <a:spLocks noGrp="1"/>
          </p:cNvSpPr>
          <p:nvPr>
            <p:ph type="chart" sz="quarter" idx="12" hasCustomPrompt="1"/>
          </p:nvPr>
        </p:nvSpPr>
        <p:spPr>
          <a:xfrm>
            <a:off x="274152" y="1661876"/>
            <a:ext cx="8488847" cy="4229499"/>
          </a:xfrm>
          <a:prstGeom prst="rect">
            <a:avLst/>
          </a:prstGeom>
        </p:spPr>
        <p:txBody>
          <a:bodyPr>
            <a:noAutofit/>
          </a:bodyPr>
          <a:lstStyle>
            <a:lvl1pPr>
              <a:defRPr>
                <a:solidFill>
                  <a:srgbClr val="2F3989"/>
                </a:solidFill>
              </a:defRPr>
            </a:lvl1pPr>
          </a:lstStyle>
          <a:p>
            <a:r>
              <a:rPr lang="fr-FR" dirty="0"/>
              <a:t>Insérer un graphique</a:t>
            </a:r>
          </a:p>
        </p:txBody>
      </p:sp>
      <p:sp>
        <p:nvSpPr>
          <p:cNvPr id="40" name="Espace réservé du texte 39"/>
          <p:cNvSpPr>
            <a:spLocks noGrp="1"/>
          </p:cNvSpPr>
          <p:nvPr>
            <p:ph type="body" sz="quarter" idx="13" hasCustomPrompt="1"/>
          </p:nvPr>
        </p:nvSpPr>
        <p:spPr>
          <a:xfrm>
            <a:off x="192599" y="1310412"/>
            <a:ext cx="8643901" cy="325103"/>
          </a:xfrm>
          <a:prstGeom prst="rect">
            <a:avLst/>
          </a:prstGeom>
        </p:spPr>
        <p:txBody>
          <a:bodyPr>
            <a:noAutofit/>
          </a:bodyPr>
          <a:lstStyle>
            <a:lvl1pPr marL="0" indent="0">
              <a:buFontTx/>
              <a:buNone/>
              <a:defRPr sz="1600" b="1" baseline="0">
                <a:solidFill>
                  <a:srgbClr val="2F3989"/>
                </a:solidFill>
              </a:defRPr>
            </a:lvl1pPr>
          </a:lstStyle>
          <a:p>
            <a:pPr lvl="0"/>
            <a:r>
              <a:rPr lang="fr-FR" dirty="0"/>
              <a:t>Modifiez les styles du texte du masque </a:t>
            </a:r>
            <a:r>
              <a:rPr lang="fr-FR" dirty="0" err="1"/>
              <a:t>arial</a:t>
            </a:r>
            <a:r>
              <a:rPr lang="fr-FR" dirty="0"/>
              <a:t> 16 gras espace </a:t>
            </a:r>
            <a:r>
              <a:rPr lang="fr-FR" dirty="0" err="1"/>
              <a:t>avt</a:t>
            </a:r>
            <a:r>
              <a:rPr lang="fr-FR" dirty="0"/>
              <a:t> 10 </a:t>
            </a:r>
          </a:p>
        </p:txBody>
      </p:sp>
      <p:sp>
        <p:nvSpPr>
          <p:cNvPr id="46" name="Espace réservé du texte 45"/>
          <p:cNvSpPr>
            <a:spLocks noGrp="1"/>
          </p:cNvSpPr>
          <p:nvPr>
            <p:ph type="body" sz="quarter" idx="16" hasCustomPrompt="1"/>
          </p:nvPr>
        </p:nvSpPr>
        <p:spPr>
          <a:xfrm>
            <a:off x="72000" y="5993651"/>
            <a:ext cx="8730047" cy="490412"/>
          </a:xfrm>
          <a:prstGeom prst="rect">
            <a:avLst/>
          </a:prstGeom>
        </p:spPr>
        <p:txBody>
          <a:bodyPr lIns="108000">
            <a:noAutofit/>
          </a:bodyPr>
          <a:lstStyle>
            <a:lvl1pPr marL="0" indent="0">
              <a:lnSpc>
                <a:spcPct val="100000"/>
              </a:lnSpc>
              <a:spcBef>
                <a:spcPts val="0"/>
              </a:spcBef>
              <a:buFontTx/>
              <a:buNone/>
              <a:defRPr sz="1600" b="1" baseline="0">
                <a:solidFill>
                  <a:srgbClr val="FFFFFF"/>
                </a:solidFill>
                <a:latin typeface="Arial" panose="020B0604020202020204" pitchFamily="34" charset="0"/>
                <a:cs typeface="Arial" panose="020B0604020202020204" pitchFamily="34" charset="0"/>
              </a:defRPr>
            </a:lvl1pPr>
          </a:lstStyle>
          <a:p>
            <a:pPr lvl="0"/>
            <a:r>
              <a:rPr lang="fr-FR" dirty="0"/>
              <a:t>Conclusion sur 2 lignes max -  Arial 16 pts gras</a:t>
            </a:r>
          </a:p>
        </p:txBody>
      </p:sp>
      <p:sp>
        <p:nvSpPr>
          <p:cNvPr id="42" name="Espace réservé du texte 41"/>
          <p:cNvSpPr>
            <a:spLocks noGrp="1"/>
          </p:cNvSpPr>
          <p:nvPr>
            <p:ph type="body" sz="quarter" idx="14" hasCustomPrompt="1"/>
          </p:nvPr>
        </p:nvSpPr>
        <p:spPr>
          <a:xfrm>
            <a:off x="4902200" y="5613725"/>
            <a:ext cx="3934300" cy="271463"/>
          </a:xfrm>
          <a:prstGeom prst="rect">
            <a:avLst/>
          </a:prstGeom>
        </p:spPr>
        <p:txBody>
          <a:bodyPr anchor="b">
            <a:noAutofit/>
          </a:bodyPr>
          <a:lstStyle>
            <a:lvl1pPr marL="0" indent="0" algn="r">
              <a:buFontTx/>
              <a:buNone/>
              <a:defRPr sz="900" b="0" i="1">
                <a:solidFill>
                  <a:srgbClr val="44546A"/>
                </a:solidFill>
                <a:latin typeface="Arial" panose="020B0604020202020204" pitchFamily="34" charset="0"/>
                <a:cs typeface="Arial" panose="020B0604020202020204" pitchFamily="34" charset="0"/>
              </a:defRPr>
            </a:lvl1pPr>
          </a:lstStyle>
          <a:p>
            <a:pPr lvl="0"/>
            <a:r>
              <a:rPr lang="fr-FR" dirty="0"/>
              <a:t>Source : à préciser   </a:t>
            </a:r>
            <a:r>
              <a:rPr lang="fr-FR" dirty="0" err="1"/>
              <a:t>arial</a:t>
            </a:r>
            <a:r>
              <a:rPr lang="fr-FR" dirty="0"/>
              <a:t> 9 </a:t>
            </a:r>
            <a:r>
              <a:rPr lang="fr-FR" dirty="0" err="1"/>
              <a:t>it</a:t>
            </a:r>
            <a:endParaRPr lang="fr-FR" dirty="0"/>
          </a:p>
        </p:txBody>
      </p:sp>
    </p:spTree>
    <p:extLst>
      <p:ext uri="{BB962C8B-B14F-4D97-AF65-F5344CB8AC3E}">
        <p14:creationId xmlns:p14="http://schemas.microsoft.com/office/powerpoint/2010/main" val="44241284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TABLEAU ">
    <p:spTree>
      <p:nvGrpSpPr>
        <p:cNvPr id="1" name=""/>
        <p:cNvGrpSpPr/>
        <p:nvPr/>
      </p:nvGrpSpPr>
      <p:grpSpPr>
        <a:xfrm>
          <a:off x="0" y="0"/>
          <a:ext cx="0" cy="0"/>
          <a:chOff x="0" y="0"/>
          <a:chExt cx="0" cy="0"/>
        </a:xfrm>
      </p:grpSpPr>
      <p:sp>
        <p:nvSpPr>
          <p:cNvPr id="10"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11" name="Rectangle : coins arrondis 6"/>
          <p:cNvSpPr/>
          <p:nvPr userDrawn="1"/>
        </p:nvSpPr>
        <p:spPr>
          <a:xfrm>
            <a:off x="180000" y="1301791"/>
            <a:ext cx="8730000" cy="324000"/>
          </a:xfrm>
          <a:prstGeom prst="roundRect">
            <a:avLst>
              <a:gd name="adj" fmla="val 18429"/>
            </a:avLst>
          </a:prstGeom>
          <a:solidFill>
            <a:srgbClr val="FFFFFF"/>
          </a:solidFill>
          <a:ln w="12700">
            <a:miter lim="400000"/>
          </a:ln>
          <a:effectLst>
            <a:innerShdw blurRad="63500" dist="25400" dir="5400000">
              <a:prstClr val="black">
                <a:alpha val="23000"/>
              </a:prstClr>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7" name="Title 1"/>
          <p:cNvSpPr>
            <a:spLocks noGrp="1"/>
          </p:cNvSpPr>
          <p:nvPr>
            <p:ph type="title" hasCustomPrompt="1"/>
          </p:nvPr>
        </p:nvSpPr>
        <p:spPr>
          <a:xfrm>
            <a:off x="72000" y="230400"/>
            <a:ext cx="8950976" cy="369660"/>
          </a:xfrm>
          <a:prstGeom prst="rect">
            <a:avLst/>
          </a:prstGeom>
        </p:spPr>
        <p:txBody>
          <a:bodyPr lIns="108000">
            <a:noAutofit/>
          </a:bodyPr>
          <a:lstStyle>
            <a:lvl1pPr>
              <a:defRPr lang="en-US" sz="3600" b="1"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8" name="Espace réservé du texte 10"/>
          <p:cNvSpPr>
            <a:spLocks noGrp="1"/>
          </p:cNvSpPr>
          <p:nvPr>
            <p:ph type="body" sz="quarter" idx="10" hasCustomPrompt="1"/>
          </p:nvPr>
        </p:nvSpPr>
        <p:spPr>
          <a:xfrm>
            <a:off x="72000" y="720000"/>
            <a:ext cx="8950976" cy="370800"/>
          </a:xfrm>
          <a:prstGeom prst="rect">
            <a:avLst/>
          </a:prstGeom>
        </p:spPr>
        <p:txBody>
          <a:bodyPr lIns="828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3" name="Espace réservé du tableau 2"/>
          <p:cNvSpPr>
            <a:spLocks noGrp="1"/>
          </p:cNvSpPr>
          <p:nvPr>
            <p:ph type="tbl" sz="quarter" idx="11"/>
          </p:nvPr>
        </p:nvSpPr>
        <p:spPr>
          <a:xfrm>
            <a:off x="341183" y="1625792"/>
            <a:ext cx="8400294" cy="4220782"/>
          </a:xfrm>
          <a:prstGeom prst="rect">
            <a:avLst/>
          </a:prstGeom>
        </p:spPr>
        <p:txBody>
          <a:bodyPr>
            <a:normAutofit/>
          </a:bodyPr>
          <a:lstStyle>
            <a:lvl1pPr>
              <a:defRPr lang="fr-FR" sz="1600" b="0" i="0" kern="1200" baseline="0" dirty="0">
                <a:solidFill>
                  <a:srgbClr val="2F3989"/>
                </a:solidFill>
                <a:latin typeface="Arial Narrow" panose="020B0604020202020204" pitchFamily="34" charset="0"/>
                <a:ea typeface="+mn-ea"/>
                <a:cs typeface="Arial Narrow" panose="020B0604020202020204" pitchFamily="34" charset="0"/>
              </a:defRPr>
            </a:lvl1pPr>
          </a:lstStyle>
          <a:p>
            <a:endParaRPr lang="fr-FR" dirty="0"/>
          </a:p>
        </p:txBody>
      </p:sp>
      <p:sp>
        <p:nvSpPr>
          <p:cNvPr id="5" name="Espace réservé du texte 4"/>
          <p:cNvSpPr>
            <a:spLocks noGrp="1"/>
          </p:cNvSpPr>
          <p:nvPr>
            <p:ph type="body" sz="quarter" idx="12" hasCustomPrompt="1"/>
          </p:nvPr>
        </p:nvSpPr>
        <p:spPr>
          <a:xfrm>
            <a:off x="223887" y="1319886"/>
            <a:ext cx="8593996" cy="25732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
                <a:srgbClr val="FFFFFF"/>
              </a:buClr>
              <a:buSzPct val="30000"/>
              <a:buFontTx/>
              <a:buNone/>
              <a:tabLst/>
              <a:defRPr sz="1600" b="1" baseline="0">
                <a:solidFill>
                  <a:srgbClr val="2F3989"/>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
                <a:srgbClr val="FFFFFF"/>
              </a:buClr>
              <a:buSzPct val="30000"/>
              <a:buFontTx/>
              <a:buNone/>
              <a:tabLst/>
              <a:defRPr/>
            </a:pPr>
            <a:r>
              <a:rPr lang="fr-FR" dirty="0"/>
              <a:t>Titre tableau - Arial 16 pts gras espace </a:t>
            </a:r>
            <a:r>
              <a:rPr lang="fr-FR" dirty="0" err="1"/>
              <a:t>avt</a:t>
            </a:r>
            <a:r>
              <a:rPr lang="fr-FR" dirty="0"/>
              <a:t> 10 </a:t>
            </a:r>
            <a:r>
              <a:rPr lang="fr-FR" dirty="0" err="1"/>
              <a:t>interli</a:t>
            </a:r>
            <a:r>
              <a:rPr lang="fr-FR" dirty="0"/>
              <a:t> multiple 0,9 </a:t>
            </a:r>
          </a:p>
        </p:txBody>
      </p:sp>
      <p:sp>
        <p:nvSpPr>
          <p:cNvPr id="32" name="Espace réservé du texte 4"/>
          <p:cNvSpPr>
            <a:spLocks noGrp="1"/>
          </p:cNvSpPr>
          <p:nvPr>
            <p:ph type="body" sz="quarter" idx="15" hasCustomPrompt="1"/>
          </p:nvPr>
        </p:nvSpPr>
        <p:spPr>
          <a:xfrm>
            <a:off x="72000" y="6011147"/>
            <a:ext cx="8745883" cy="489600"/>
          </a:xfrm>
          <a:prstGeom prst="rect">
            <a:avLst/>
          </a:prstGeom>
        </p:spPr>
        <p:txBody>
          <a:bodyPr lIns="108000">
            <a:noAutofit/>
          </a:bodyPr>
          <a:lstStyle>
            <a:lvl1pPr marL="0" indent="0">
              <a:lnSpc>
                <a:spcPct val="100000"/>
              </a:lnSpc>
              <a:spcBef>
                <a:spcPts val="0"/>
              </a:spcBef>
              <a:buFontTx/>
              <a:buNone/>
              <a:defRPr sz="1600" b="1" baseline="0">
                <a:solidFill>
                  <a:srgbClr val="FFFFFF"/>
                </a:solidFill>
              </a:defRPr>
            </a:lvl1pPr>
          </a:lstStyle>
          <a:p>
            <a:pPr lvl="0"/>
            <a:r>
              <a:rPr lang="fr-FR" dirty="0"/>
              <a:t>Conclusion sur 2 lignes max -  Arial 16 pts gras</a:t>
            </a:r>
          </a:p>
        </p:txBody>
      </p:sp>
      <p:sp>
        <p:nvSpPr>
          <p:cNvPr id="36" name="Espace réservé du texte 35"/>
          <p:cNvSpPr>
            <a:spLocks noGrp="1"/>
          </p:cNvSpPr>
          <p:nvPr>
            <p:ph type="body" sz="quarter" idx="13" hasCustomPrompt="1"/>
          </p:nvPr>
        </p:nvSpPr>
        <p:spPr>
          <a:xfrm>
            <a:off x="4603502" y="5656743"/>
            <a:ext cx="4324350" cy="226883"/>
          </a:xfrm>
          <a:prstGeom prst="rect">
            <a:avLst/>
          </a:prstGeom>
        </p:spPr>
        <p:txBody>
          <a:bodyPr anchor="b">
            <a:normAutofit/>
          </a:bodyPr>
          <a:lstStyle>
            <a:lvl1pPr marL="0" indent="0" algn="r">
              <a:buFontTx/>
              <a:buNone/>
              <a:defRPr sz="900" b="0" i="1">
                <a:solidFill>
                  <a:srgbClr val="44546A"/>
                </a:solidFill>
              </a:defRPr>
            </a:lvl1pPr>
          </a:lstStyle>
          <a:p>
            <a:pPr lvl="0"/>
            <a:r>
              <a:rPr lang="fr-FR" dirty="0"/>
              <a:t>Source : </a:t>
            </a:r>
            <a:r>
              <a:rPr lang="fr-FR" dirty="0" err="1"/>
              <a:t>arial</a:t>
            </a:r>
            <a:r>
              <a:rPr lang="fr-FR" dirty="0"/>
              <a:t> 9 italique</a:t>
            </a:r>
          </a:p>
        </p:txBody>
      </p:sp>
    </p:spTree>
    <p:extLst>
      <p:ext uri="{BB962C8B-B14F-4D97-AF65-F5344CB8AC3E}">
        <p14:creationId xmlns:p14="http://schemas.microsoft.com/office/powerpoint/2010/main" val="165726640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nalyse technique -Vidéo">
    <p:spTree>
      <p:nvGrpSpPr>
        <p:cNvPr id="1" name=""/>
        <p:cNvGrpSpPr/>
        <p:nvPr/>
      </p:nvGrpSpPr>
      <p:grpSpPr>
        <a:xfrm>
          <a:off x="0" y="0"/>
          <a:ext cx="0" cy="0"/>
          <a:chOff x="0" y="0"/>
          <a:chExt cx="0" cy="0"/>
        </a:xfrm>
      </p:grpSpPr>
      <p:sp>
        <p:nvSpPr>
          <p:cNvPr id="9" name="Rectangle : coins arrondis 6"/>
          <p:cNvSpPr/>
          <p:nvPr userDrawn="1"/>
        </p:nvSpPr>
        <p:spPr>
          <a:xfrm>
            <a:off x="180000" y="1285200"/>
            <a:ext cx="8729133" cy="496313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
        <p:nvSpPr>
          <p:cNvPr id="16" name="Title 1"/>
          <p:cNvSpPr>
            <a:spLocks noGrp="1"/>
          </p:cNvSpPr>
          <p:nvPr>
            <p:ph type="title" hasCustomPrompt="1"/>
          </p:nvPr>
        </p:nvSpPr>
        <p:spPr>
          <a:xfrm>
            <a:off x="72000" y="230400"/>
            <a:ext cx="8964424" cy="369660"/>
          </a:xfrm>
          <a:prstGeom prst="rect">
            <a:avLst/>
          </a:prstGeom>
        </p:spPr>
        <p:txBody>
          <a:bodyPr lIns="108000">
            <a:noAutofit/>
          </a:bodyPr>
          <a:lstStyle>
            <a:lvl1pPr>
              <a:defRPr lang="en-US" sz="3600" b="1" i="0"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14" name="Espace réservé du graphique 3"/>
          <p:cNvSpPr>
            <a:spLocks noGrp="1"/>
          </p:cNvSpPr>
          <p:nvPr>
            <p:ph type="chart" sz="quarter" idx="10" hasCustomPrompt="1"/>
          </p:nvPr>
        </p:nvSpPr>
        <p:spPr>
          <a:xfrm>
            <a:off x="1186832" y="2140901"/>
            <a:ext cx="6598267" cy="3545713"/>
          </a:xfrm>
          <a:prstGeom prst="rect">
            <a:avLst/>
          </a:prstGeom>
          <a:effectLst>
            <a:outerShdw blurRad="50800" dist="50800" dir="5400000" algn="ctr" rotWithShape="0">
              <a:srgbClr val="000000">
                <a:alpha val="0"/>
              </a:srgbClr>
            </a:outerShdw>
          </a:effectLst>
        </p:spPr>
        <p:txBody>
          <a:bodyPr/>
          <a:lstStyle>
            <a:lvl1pPr marL="0" indent="0">
              <a:buFontTx/>
              <a:buNone/>
              <a:defRPr sz="1600" baseline="0">
                <a:solidFill>
                  <a:srgbClr val="40546A"/>
                </a:solidFill>
                <a:latin typeface="Arial" panose="020B0604020202020204" pitchFamily="34" charset="0"/>
                <a:cs typeface="Arial" panose="020B0604020202020204" pitchFamily="34" charset="0"/>
              </a:defRPr>
            </a:lvl1pPr>
          </a:lstStyle>
          <a:p>
            <a:r>
              <a:rPr lang="fr-FR" dirty="0"/>
              <a:t>Slide simple : pour graphique (Chart Solutions…)</a:t>
            </a:r>
          </a:p>
          <a:p>
            <a:r>
              <a:rPr lang="fr-FR" dirty="0"/>
              <a:t>Pas de titre pour le graph dans carré blanc</a:t>
            </a:r>
          </a:p>
          <a:p>
            <a:r>
              <a:rPr lang="fr-FR" dirty="0"/>
              <a:t>Pas de puce bleue en bas du carré blanc</a:t>
            </a:r>
          </a:p>
        </p:txBody>
      </p:sp>
      <p:sp>
        <p:nvSpPr>
          <p:cNvPr id="6" name="Espace réservé du texte 10"/>
          <p:cNvSpPr>
            <a:spLocks noGrp="1"/>
          </p:cNvSpPr>
          <p:nvPr>
            <p:ph type="body" sz="quarter" idx="13" hasCustomPrompt="1"/>
          </p:nvPr>
        </p:nvSpPr>
        <p:spPr>
          <a:xfrm>
            <a:off x="71998" y="720000"/>
            <a:ext cx="8964425" cy="369318"/>
          </a:xfrm>
          <a:prstGeom prst="rect">
            <a:avLst/>
          </a:prstGeom>
        </p:spPr>
        <p:txBody>
          <a:bodyPr lIns="108000">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a:t>
            </a:r>
            <a:r>
              <a:rPr lang="fr-FR" dirty="0" err="1"/>
              <a:t>it</a:t>
            </a:r>
            <a:r>
              <a:rPr lang="fr-FR" dirty="0"/>
              <a:t> gras 23 pts </a:t>
            </a:r>
          </a:p>
        </p:txBody>
      </p:sp>
      <p:sp>
        <p:nvSpPr>
          <p:cNvPr id="2" name="Ellipse 1"/>
          <p:cNvSpPr/>
          <p:nvPr userDrawn="1"/>
        </p:nvSpPr>
        <p:spPr>
          <a:xfrm>
            <a:off x="1018903" y="3262941"/>
            <a:ext cx="4720046" cy="1947559"/>
          </a:xfrm>
          <a:prstGeom prst="ellipse">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2800" b="0" i="0" u="none" strike="noStrike" cap="none" spc="0" normalizeH="0" baseline="0" dirty="0">
                <a:ln>
                  <a:noFill/>
                </a:ln>
                <a:solidFill>
                  <a:srgbClr val="FF0000"/>
                </a:solidFill>
                <a:effectLst/>
                <a:uFillTx/>
                <a:latin typeface="Arial" panose="020B0604020202020204" pitchFamily="34" charset="0"/>
                <a:ea typeface="+mj-ea"/>
                <a:cs typeface="Arial" panose="020B0604020202020204" pitchFamily="34" charset="0"/>
                <a:sym typeface="Calibri"/>
              </a:rPr>
              <a:t>UNIQUEMENT ANALYSTE TECHNIQUE</a:t>
            </a:r>
          </a:p>
        </p:txBody>
      </p:sp>
    </p:spTree>
    <p:extLst>
      <p:ext uri="{BB962C8B-B14F-4D97-AF65-F5344CB8AC3E}">
        <p14:creationId xmlns:p14="http://schemas.microsoft.com/office/powerpoint/2010/main" val="423875743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N">
    <p:spTree>
      <p:nvGrpSpPr>
        <p:cNvPr id="1" name=""/>
        <p:cNvGrpSpPr/>
        <p:nvPr/>
      </p:nvGrpSpPr>
      <p:grpSpPr>
        <a:xfrm>
          <a:off x="0" y="0"/>
          <a:ext cx="0" cy="0"/>
          <a:chOff x="0" y="0"/>
          <a:chExt cx="0" cy="0"/>
        </a:xfrm>
      </p:grpSpPr>
      <p:sp>
        <p:nvSpPr>
          <p:cNvPr id="3" name="Texte niveau 1…">
            <a:extLst>
              <a:ext uri="{FF2B5EF4-FFF2-40B4-BE49-F238E27FC236}">
                <a16:creationId xmlns:a16="http://schemas.microsoft.com/office/drawing/2014/main" id="{31BC8388-87F2-B549-9524-138B24F8808E}"/>
              </a:ext>
            </a:extLst>
          </p:cNvPr>
          <p:cNvSpPr txBox="1">
            <a:spLocks noGrp="1"/>
          </p:cNvSpPr>
          <p:nvPr>
            <p:ph type="body" sz="quarter" idx="10" hasCustomPrompt="1"/>
          </p:nvPr>
        </p:nvSpPr>
        <p:spPr>
          <a:xfrm>
            <a:off x="1034268" y="1228159"/>
            <a:ext cx="6634118" cy="3069272"/>
          </a:xfrm>
          <a:prstGeom prst="rect">
            <a:avLst/>
          </a:prstGeom>
        </p:spPr>
        <p:txBody>
          <a:bodyPr anchor="b"/>
          <a:lstStyle>
            <a:lvl1pPr marL="0" indent="0" algn="r">
              <a:buClrTx/>
              <a:buSzTx/>
              <a:buFontTx/>
              <a:buNone/>
              <a:defRPr sz="7200" b="1" i="0" cap="none">
                <a:solidFill>
                  <a:srgbClr val="FFFFFF"/>
                </a:solidFill>
                <a:latin typeface="Arial" panose="020B0604020202020204" pitchFamily="34" charset="0"/>
                <a:cs typeface="Arial" panose="020B0604020202020204" pitchFamily="34" charset="0"/>
              </a:defRPr>
            </a:lvl1pPr>
            <a:lvl2pPr marL="1108077" indent="-1103315" algn="r">
              <a:buClrTx/>
              <a:buFontTx/>
              <a:buChar char="•"/>
              <a:defRPr sz="6000" b="1" cap="all">
                <a:solidFill>
                  <a:srgbClr val="10385C"/>
                </a:solidFill>
              </a:defRPr>
            </a:lvl2pPr>
            <a:lvl3pPr marL="1189037" indent="-650875" algn="r">
              <a:buClrTx/>
              <a:buSzPct val="100000"/>
              <a:buFontTx/>
              <a:buChar char="•"/>
              <a:defRPr sz="6000" b="1" cap="all">
                <a:solidFill>
                  <a:srgbClr val="10385C"/>
                </a:solidFill>
              </a:defRPr>
            </a:lvl3pPr>
            <a:lvl4pPr marL="1851025" indent="-514350" algn="r">
              <a:buClrTx/>
              <a:buFontTx/>
              <a:buChar char="•"/>
              <a:defRPr sz="6000" b="1" cap="all">
                <a:solidFill>
                  <a:srgbClr val="10385C"/>
                </a:solidFill>
              </a:defRPr>
            </a:lvl4pPr>
            <a:lvl5pPr marL="2339975" indent="-781050" algn="r">
              <a:buClrTx/>
              <a:buSzPct val="100000"/>
              <a:buFontTx/>
              <a:buChar char="•"/>
              <a:defRPr sz="6000" b="1" cap="all">
                <a:solidFill>
                  <a:srgbClr val="10385C"/>
                </a:solidFill>
              </a:defRPr>
            </a:lvl5pPr>
          </a:lstStyle>
          <a:p>
            <a:r>
              <a:rPr lang="fr-FR" dirty="0"/>
              <a:t>A bientôt.</a:t>
            </a:r>
          </a:p>
        </p:txBody>
      </p:sp>
    </p:spTree>
    <p:extLst>
      <p:ext uri="{BB962C8B-B14F-4D97-AF65-F5344CB8AC3E}">
        <p14:creationId xmlns:p14="http://schemas.microsoft.com/office/powerpoint/2010/main" val="368511708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FIN">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64078" y="2121539"/>
            <a:ext cx="4141527" cy="701040"/>
          </a:xfrm>
          <a:prstGeom prst="rect">
            <a:avLst/>
          </a:prstGeom>
        </p:spPr>
      </p:pic>
      <p:sp>
        <p:nvSpPr>
          <p:cNvPr id="5" name="Rectangle 4"/>
          <p:cNvSpPr/>
          <p:nvPr userDrawn="1"/>
        </p:nvSpPr>
        <p:spPr>
          <a:xfrm>
            <a:off x="0" y="3843669"/>
            <a:ext cx="9143999" cy="1200329"/>
          </a:xfrm>
          <a:prstGeom prst="rect">
            <a:avLst/>
          </a:prstGeom>
        </p:spPr>
        <p:txBody>
          <a:bodyPr wrap="square">
            <a:spAutoFit/>
          </a:bodyPr>
          <a:lstStyle/>
          <a:p>
            <a:pPr algn="ctr"/>
            <a:r>
              <a:rPr lang="fr-FR" sz="1200" b="1" noProof="1">
                <a:solidFill>
                  <a:srgbClr val="FFFFFF"/>
                </a:solidFill>
              </a:rPr>
              <a:t>Retrouvez tous nos replays sur</a:t>
            </a:r>
          </a:p>
          <a:p>
            <a:pPr algn="ctr"/>
            <a:r>
              <a:rPr lang="fr-FR" sz="1200" b="1" noProof="1">
                <a:solidFill>
                  <a:srgbClr val="FFFFFF"/>
                </a:solidFill>
              </a:rPr>
              <a:t>notre appli mobile CIC Market Solutions (iOS &amp; Android)</a:t>
            </a:r>
          </a:p>
          <a:p>
            <a:pPr algn="ctr"/>
            <a:r>
              <a:rPr lang="fr-FR" sz="1200" b="1" noProof="1">
                <a:solidFill>
                  <a:srgbClr val="FFFFFF"/>
                </a:solidFill>
              </a:rPr>
              <a:t>et notre site internet www.cic-marketsolutions.eu (dans votre espace authentifié)</a:t>
            </a:r>
          </a:p>
          <a:p>
            <a:pPr algn="ctr"/>
            <a:endParaRPr lang="fr-FR" b="1" noProof="1">
              <a:solidFill>
                <a:srgbClr val="FFFFFF"/>
              </a:solidFill>
            </a:endParaRPr>
          </a:p>
          <a:p>
            <a:pPr algn="ctr"/>
            <a:r>
              <a:rPr lang="fr-FR" b="1" noProof="1">
                <a:solidFill>
                  <a:srgbClr val="FFFFFF"/>
                </a:solidFill>
              </a:rPr>
              <a:t>Téléchargez, suivez, partagez </a:t>
            </a:r>
          </a:p>
        </p:txBody>
      </p:sp>
      <p:sp>
        <p:nvSpPr>
          <p:cNvPr id="6" name="Rectangle 5"/>
          <p:cNvSpPr/>
          <p:nvPr userDrawn="1"/>
        </p:nvSpPr>
        <p:spPr>
          <a:xfrm>
            <a:off x="746762" y="1736962"/>
            <a:ext cx="7376159" cy="369332"/>
          </a:xfrm>
          <a:prstGeom prst="rect">
            <a:avLst/>
          </a:prstGeom>
        </p:spPr>
        <p:txBody>
          <a:bodyPr wrap="square">
            <a:spAutoFit/>
          </a:bodyPr>
          <a:lstStyle/>
          <a:p>
            <a:pPr algn="ctr"/>
            <a:r>
              <a:rPr lang="fr-FR" b="1" dirty="0">
                <a:solidFill>
                  <a:srgbClr val="FFFFFF"/>
                </a:solidFill>
              </a:rPr>
              <a:t>Merci d’avoir suivi le </a:t>
            </a:r>
            <a:r>
              <a:rPr lang="fr-FR" b="1" dirty="0" err="1">
                <a:solidFill>
                  <a:srgbClr val="FFFFFF"/>
                </a:solidFill>
              </a:rPr>
              <a:t>Morning</a:t>
            </a:r>
            <a:r>
              <a:rPr lang="fr-FR" b="1" dirty="0">
                <a:solidFill>
                  <a:srgbClr val="FFFFFF"/>
                </a:solidFill>
              </a:rPr>
              <a:t> meeting !</a:t>
            </a:r>
          </a:p>
        </p:txBody>
      </p:sp>
      <p:pic>
        <p:nvPicPr>
          <p:cNvPr id="7" name="Imag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29841" y="2837824"/>
            <a:ext cx="3810000" cy="990600"/>
          </a:xfrm>
          <a:prstGeom prst="rect">
            <a:avLst/>
          </a:prstGeom>
        </p:spPr>
      </p:pic>
      <p:pic>
        <p:nvPicPr>
          <p:cNvPr id="8" name="Image 7"/>
          <p:cNvPicPr>
            <a:picLocks noChangeAspect="1"/>
          </p:cNvPicPr>
          <p:nvPr userDrawn="1"/>
        </p:nvPicPr>
        <p:blipFill>
          <a:blip r:embed="rId4">
            <a:lum contrast="9000"/>
            <a:extLst>
              <a:ext uri="{28A0092B-C50C-407E-A947-70E740481C1C}">
                <a14:useLocalDpi xmlns:a14="http://schemas.microsoft.com/office/drawing/2010/main" val="0"/>
              </a:ext>
            </a:extLst>
          </a:blip>
          <a:stretch>
            <a:fillRect/>
          </a:stretch>
        </p:blipFill>
        <p:spPr>
          <a:xfrm>
            <a:off x="3778803" y="5024524"/>
            <a:ext cx="537046" cy="537046"/>
          </a:xfrm>
          <a:prstGeom prst="rect">
            <a:avLst/>
          </a:prstGeom>
        </p:spPr>
      </p:pic>
      <p:pic>
        <p:nvPicPr>
          <p:cNvPr id="9" name="Image 8"/>
          <p:cNvPicPr>
            <a:picLocks noChangeAspect="1"/>
          </p:cNvPicPr>
          <p:nvPr userDrawn="1"/>
        </p:nvPicPr>
        <p:blipFill>
          <a:blip r:embed="rId5">
            <a:lum bright="41000"/>
            <a:extLst>
              <a:ext uri="{28A0092B-C50C-407E-A947-70E740481C1C}">
                <a14:useLocalDpi xmlns:a14="http://schemas.microsoft.com/office/drawing/2010/main" val="0"/>
              </a:ext>
            </a:extLst>
          </a:blip>
          <a:stretch>
            <a:fillRect/>
          </a:stretch>
        </p:blipFill>
        <p:spPr>
          <a:xfrm>
            <a:off x="4532015" y="5005050"/>
            <a:ext cx="708179" cy="575994"/>
          </a:xfrm>
          <a:prstGeom prst="rect">
            <a:avLst/>
          </a:prstGeom>
        </p:spPr>
      </p:pic>
    </p:spTree>
    <p:extLst>
      <p:ext uri="{BB962C8B-B14F-4D97-AF65-F5344CB8AC3E}">
        <p14:creationId xmlns:p14="http://schemas.microsoft.com/office/powerpoint/2010/main" val="796010152"/>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16" name="Title 1"/>
          <p:cNvSpPr>
            <a:spLocks noGrp="1"/>
          </p:cNvSpPr>
          <p:nvPr>
            <p:ph type="title" hasCustomPrompt="1"/>
          </p:nvPr>
        </p:nvSpPr>
        <p:spPr>
          <a:xfrm>
            <a:off x="109759" y="230400"/>
            <a:ext cx="8830544" cy="369660"/>
          </a:xfrm>
          <a:prstGeom prst="rect">
            <a:avLst/>
          </a:prstGeom>
        </p:spPr>
        <p:txBody>
          <a:bodyPr>
            <a:noAutofit/>
          </a:bodyPr>
          <a:lstStyle>
            <a:lvl1pPr>
              <a:defRPr lang="en-US" sz="3600" b="1" i="0" kern="1200" cap="none" spc="0" baseline="0" dirty="0">
                <a:solidFill>
                  <a:srgbClr val="FFFFFF"/>
                </a:solidFill>
                <a:latin typeface="Arial" panose="020B0604020202020204" pitchFamily="34" charset="0"/>
                <a:ea typeface="+mj-ea"/>
                <a:cs typeface="Arial" panose="020B0604020202020204" pitchFamily="34" charset="0"/>
              </a:defRPr>
            </a:lvl1pPr>
          </a:lstStyle>
          <a:p>
            <a:r>
              <a:rPr lang="fr-FR" dirty="0"/>
              <a:t>TITRE maj </a:t>
            </a:r>
            <a:r>
              <a:rPr lang="fr-FR" dirty="0" err="1"/>
              <a:t>arial</a:t>
            </a:r>
            <a:r>
              <a:rPr lang="fr-FR" dirty="0"/>
              <a:t> 36 pts gras</a:t>
            </a:r>
            <a:endParaRPr lang="en-US" dirty="0"/>
          </a:p>
        </p:txBody>
      </p:sp>
      <p:sp>
        <p:nvSpPr>
          <p:cNvPr id="6" name="Espace réservé du texte 10"/>
          <p:cNvSpPr>
            <a:spLocks noGrp="1"/>
          </p:cNvSpPr>
          <p:nvPr>
            <p:ph type="body" sz="quarter" idx="13" hasCustomPrompt="1"/>
          </p:nvPr>
        </p:nvSpPr>
        <p:spPr>
          <a:xfrm>
            <a:off x="109759" y="720000"/>
            <a:ext cx="8830543" cy="369318"/>
          </a:xfrm>
          <a:prstGeom prst="rect">
            <a:avLst/>
          </a:prstGeom>
        </p:spPr>
        <p:txBody>
          <a:bodyPr>
            <a:noAutofit/>
          </a:bodyPr>
          <a:lstStyle>
            <a:lvl1pPr marL="0" indent="0">
              <a:buFontTx/>
              <a:buNone/>
              <a:defRPr lang="fr-FR" sz="2300" b="1" i="1" kern="1200" cap="none" spc="0" baseline="0" dirty="0">
                <a:solidFill>
                  <a:srgbClr val="FFFFFF"/>
                </a:solidFill>
                <a:latin typeface="Arial" panose="020B0604020202020204" pitchFamily="34" charset="0"/>
                <a:ea typeface="+mj-ea"/>
                <a:cs typeface="Arial" panose="020B0604020202020204" pitchFamily="34" charset="0"/>
              </a:defRPr>
            </a:lvl1pPr>
          </a:lstStyle>
          <a:p>
            <a:pPr lvl="0"/>
            <a:r>
              <a:rPr lang="fr-FR" dirty="0"/>
              <a:t>Sous Titre </a:t>
            </a:r>
            <a:r>
              <a:rPr lang="fr-FR" dirty="0" err="1"/>
              <a:t>arial</a:t>
            </a:r>
            <a:r>
              <a:rPr lang="fr-FR" dirty="0"/>
              <a:t> italique gras 23 pts </a:t>
            </a:r>
          </a:p>
        </p:txBody>
      </p:sp>
      <p:sp>
        <p:nvSpPr>
          <p:cNvPr id="5" name="Rectangle : coins arrondis 6"/>
          <p:cNvSpPr/>
          <p:nvPr userDrawn="1"/>
        </p:nvSpPr>
        <p:spPr>
          <a:xfrm>
            <a:off x="180000" y="1284051"/>
            <a:ext cx="8730000" cy="4689925"/>
          </a:xfrm>
          <a:prstGeom prst="roundRect">
            <a:avLst>
              <a:gd name="adj" fmla="val 1673"/>
            </a:avLst>
          </a:prstGeom>
          <a:solidFill>
            <a:srgbClr val="FFFFFF"/>
          </a:solidFill>
          <a:ln w="12700">
            <a:miter lim="400000"/>
          </a:ln>
          <a:effectLst>
            <a:innerShdw blurRad="101600">
              <a:prstClr val="black"/>
            </a:innerShdw>
          </a:effectLst>
        </p:spPr>
        <p:txBody>
          <a:bodyPr lIns="45718" tIns="45718" rIns="45718" bIns="45718" anchor="ctr"/>
          <a:lstStyle/>
          <a:p>
            <a:pPr algn="ctr" hangingPunct="0">
              <a:defRPr>
                <a:solidFill>
                  <a:srgbClr val="FFFFFF"/>
                </a:solidFill>
              </a:defRPr>
            </a:pPr>
            <a:endParaRPr sz="1600" kern="0">
              <a:solidFill>
                <a:srgbClr val="FFFFFF"/>
              </a:solidFill>
              <a:latin typeface="Arial" panose="020B0604020202020204" pitchFamily="34" charset="0"/>
              <a:cs typeface="Arial" panose="020B0604020202020204" pitchFamily="34" charset="0"/>
              <a:sym typeface="Calibri"/>
            </a:endParaRPr>
          </a:p>
        </p:txBody>
      </p:sp>
    </p:spTree>
    <p:extLst>
      <p:ext uri="{BB962C8B-B14F-4D97-AF65-F5344CB8AC3E}">
        <p14:creationId xmlns:p14="http://schemas.microsoft.com/office/powerpoint/2010/main" val="186555666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0C0"/>
        </a:solidFill>
        <a:effectLst/>
      </p:bgPr>
    </p:bg>
    <p:spTree>
      <p:nvGrpSpPr>
        <p:cNvPr id="1" name=""/>
        <p:cNvGrpSpPr/>
        <p:nvPr/>
      </p:nvGrpSpPr>
      <p:grpSpPr>
        <a:xfrm>
          <a:off x="0" y="0"/>
          <a:ext cx="0" cy="0"/>
          <a:chOff x="0" y="0"/>
          <a:chExt cx="0" cy="0"/>
        </a:xfrm>
      </p:grpSpPr>
      <p:sp>
        <p:nvSpPr>
          <p:cNvPr id="3" name="x"/>
          <p:cNvSpPr/>
          <p:nvPr userDrawn="1"/>
        </p:nvSpPr>
        <p:spPr>
          <a:xfrm rot="10800000">
            <a:off x="-157698" y="-444688"/>
            <a:ext cx="9459395" cy="7960112"/>
          </a:xfrm>
          <a:prstGeom prst="roundRect">
            <a:avLst>
              <a:gd name="adj" fmla="val 0"/>
            </a:avLst>
          </a:prstGeom>
          <a:gradFill flip="none" rotWithShape="1">
            <a:gsLst>
              <a:gs pos="82000">
                <a:srgbClr val="2D3647"/>
              </a:gs>
              <a:gs pos="100000">
                <a:srgbClr val="232935"/>
              </a:gs>
              <a:gs pos="32000">
                <a:srgbClr val="52617E"/>
              </a:gs>
            </a:gsLst>
            <a:path path="circle">
              <a:fillToRect l="50000" t="-80000" r="50000" b="180000"/>
            </a:path>
            <a:tileRect/>
          </a:gradFill>
          <a:ln w="12700">
            <a:miter lim="400000"/>
          </a:ln>
          <a:effectLst>
            <a:outerShdw blurRad="12700" dir="2589213" rotWithShape="0">
              <a:srgbClr val="000000"/>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1782" tIns="31782" rIns="31782" bIns="31782" anchor="ctr"/>
          <a:lstStyle>
            <a:lvl1pPr algn="ctr" defTabSz="489876">
              <a:defRPr sz="1400">
                <a:solidFill>
                  <a:srgbClr val="FFFFFF"/>
                </a:solidFill>
                <a:latin typeface="Helvetica Neue Medium"/>
                <a:ea typeface="Helvetica Neue Medium"/>
                <a:cs typeface="Helvetica Neue Medium"/>
                <a:sym typeface="Helvetica Neue Medium"/>
              </a:defRPr>
            </a:lvl1pPr>
          </a:lstStyle>
          <a:p>
            <a:endParaRPr/>
          </a:p>
        </p:txBody>
      </p:sp>
    </p:spTree>
    <p:extLst>
      <p:ext uri="{BB962C8B-B14F-4D97-AF65-F5344CB8AC3E}">
        <p14:creationId xmlns:p14="http://schemas.microsoft.com/office/powerpoint/2010/main" val="40680033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96" r:id="rId7"/>
    <p:sldLayoutId id="2147483697" r:id="rId8"/>
    <p:sldLayoutId id="2147483688" r:id="rId9"/>
    <p:sldLayoutId id="2147483689" r:id="rId10"/>
    <p:sldLayoutId id="2147483690" r:id="rId11"/>
    <p:sldLayoutId id="2147483691" r:id="rId12"/>
    <p:sldLayoutId id="2147483692" r:id="rId13"/>
    <p:sldLayoutId id="2147483694" r:id="rId14"/>
    <p:sldLayoutId id="2147483695" r:id="rId15"/>
  </p:sldLayoutIdLst>
  <p:transition spd="med"/>
  <p:txStyles>
    <p:titleStyle>
      <a:lvl1pPr marL="0" marR="0" indent="0" algn="l" defTabSz="914400" rtl="0" latinLnBrk="0">
        <a:lnSpc>
          <a:spcPct val="90000"/>
        </a:lnSpc>
        <a:spcBef>
          <a:spcPts val="0"/>
        </a:spcBef>
        <a:spcAft>
          <a:spcPts val="0"/>
        </a:spcAft>
        <a:buClrTx/>
        <a:buSzTx/>
        <a:buFontTx/>
        <a:buNone/>
        <a:tabLst/>
        <a:defRPr sz="3600" b="1" i="0" u="none" strike="noStrike" cap="none" spc="0" baseline="0">
          <a:solidFill>
            <a:srgbClr val="FFFFFF"/>
          </a:solidFill>
          <a:uFillTx/>
          <a:latin typeface="Arial" panose="020B0604020202020204" pitchFamily="34" charset="0"/>
          <a:ea typeface="Arial" panose="020B0604020202020204" pitchFamily="34" charset="0"/>
          <a:cs typeface="Arial" panose="020B0604020202020204" pitchFamily="34" charset="0"/>
          <a:sym typeface="Arial Narrow"/>
        </a:defRPr>
      </a:lvl1pPr>
      <a:lvl2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2pPr>
      <a:lvl3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3pPr>
      <a:lvl4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4pPr>
      <a:lvl5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5pPr>
      <a:lvl6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6pPr>
      <a:lvl7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7pPr>
      <a:lvl8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8pPr>
      <a:lvl9pPr marL="0" marR="0" indent="0" algn="l" defTabSz="914400" rtl="0" latinLnBrk="0">
        <a:lnSpc>
          <a:spcPct val="90000"/>
        </a:lnSpc>
        <a:spcBef>
          <a:spcPts val="0"/>
        </a:spcBef>
        <a:spcAft>
          <a:spcPts val="0"/>
        </a:spcAft>
        <a:buClrTx/>
        <a:buSzTx/>
        <a:buFontTx/>
        <a:buNone/>
        <a:tabLst/>
        <a:defRPr sz="3200" b="1" i="0" u="none" strike="noStrike" cap="none" spc="0" baseline="0">
          <a:solidFill>
            <a:srgbClr val="FFFFFF"/>
          </a:solidFill>
          <a:uFillTx/>
          <a:latin typeface="Arial Narrow"/>
          <a:ea typeface="Arial Narrow"/>
          <a:cs typeface="Arial Narrow"/>
          <a:sym typeface="Arial Narrow"/>
        </a:defRPr>
      </a:lvl9pPr>
    </p:titleStyle>
    <p:bodyStyle>
      <a:lvl1pPr marL="82800" marR="0" indent="0" algn="l" defTabSz="914400" rtl="0" latinLnBrk="0">
        <a:lnSpc>
          <a:spcPct val="90000"/>
        </a:lnSpc>
        <a:spcBef>
          <a:spcPts val="1000"/>
        </a:spcBef>
        <a:spcAft>
          <a:spcPts val="0"/>
        </a:spcAft>
        <a:buClr>
          <a:srgbClr val="FFFFFF"/>
        </a:buClr>
        <a:buSzPct val="30000"/>
        <a:buFontTx/>
        <a:buNone/>
        <a:tabLst/>
        <a:defRPr sz="2000" b="1" i="0" u="none" strike="noStrike" cap="none" spc="0" baseline="0">
          <a:solidFill>
            <a:srgbClr val="40546A"/>
          </a:solidFill>
          <a:uFillTx/>
          <a:latin typeface="Arial" panose="020B0604020202020204" pitchFamily="34" charset="0"/>
          <a:ea typeface="Arial" panose="020B0604020202020204" pitchFamily="34" charset="0"/>
          <a:cs typeface="Arial" panose="020B0604020202020204" pitchFamily="34" charset="0"/>
          <a:sym typeface="Arial Narrow"/>
        </a:defRPr>
      </a:lvl1pPr>
      <a:lvl2pPr marL="489600" marR="0" indent="-230400" algn="l" defTabSz="914400" rtl="0" latinLnBrk="0">
        <a:lnSpc>
          <a:spcPct val="90000"/>
        </a:lnSpc>
        <a:spcBef>
          <a:spcPts val="600"/>
        </a:spcBef>
        <a:spcAft>
          <a:spcPts val="0"/>
        </a:spcAft>
        <a:buClr>
          <a:srgbClr val="6A93AC"/>
        </a:buClr>
        <a:buSzPct val="100000"/>
        <a:buFont typeface="Wingdings" panose="05000000000000000000" pitchFamily="2" charset="2"/>
        <a:buChar char="n"/>
        <a:tabLst/>
        <a:defRPr sz="1600" b="0" i="0" u="none" strike="noStrike" cap="none" spc="0" baseline="0">
          <a:solidFill>
            <a:srgbClr val="6A93AC"/>
          </a:solidFill>
          <a:uFillTx/>
          <a:latin typeface="Arial" panose="020B0604020202020204" pitchFamily="34" charset="0"/>
          <a:ea typeface="Arial" panose="020B0604020202020204" pitchFamily="34" charset="0"/>
          <a:cs typeface="Arial" panose="020B0604020202020204" pitchFamily="34" charset="0"/>
          <a:sym typeface="Arial Narrow"/>
        </a:defRPr>
      </a:lvl2pPr>
      <a:lvl3pPr marL="486000" marR="0" indent="-230400" algn="l" defTabSz="914400" rtl="0" latinLnBrk="0">
        <a:lnSpc>
          <a:spcPct val="90000"/>
        </a:lnSpc>
        <a:spcBef>
          <a:spcPts val="600"/>
        </a:spcBef>
        <a:spcAft>
          <a:spcPts val="0"/>
        </a:spcAft>
        <a:buClr>
          <a:srgbClr val="6A93AC"/>
        </a:buClr>
        <a:buSzPct val="100000"/>
        <a:buFont typeface="Arial"/>
        <a:buChar char="■"/>
        <a:tabLst/>
        <a:defRPr sz="1600" b="0" i="0" u="none" strike="noStrike" cap="none" spc="0" baseline="0">
          <a:solidFill>
            <a:srgbClr val="6A93AC"/>
          </a:solidFill>
          <a:uFillTx/>
          <a:latin typeface="Arial" panose="020B0604020202020204" pitchFamily="34" charset="0"/>
          <a:ea typeface="Arial" panose="020B0604020202020204" pitchFamily="34" charset="0"/>
          <a:cs typeface="Arial" panose="020B0604020202020204" pitchFamily="34" charset="0"/>
          <a:sym typeface="Arial Narrow"/>
        </a:defRPr>
      </a:lvl3pPr>
      <a:lvl4pPr marL="914400" marR="0" indent="-284400" algn="l" defTabSz="914400" rtl="0" latinLnBrk="0">
        <a:lnSpc>
          <a:spcPct val="90000"/>
        </a:lnSpc>
        <a:spcBef>
          <a:spcPts val="600"/>
        </a:spcBef>
        <a:spcAft>
          <a:spcPts val="0"/>
        </a:spcAft>
        <a:buClr>
          <a:srgbClr val="6A93AC"/>
        </a:buClr>
        <a:buSzPct val="100000"/>
        <a:buFont typeface="Arial"/>
        <a:buChar char="▪"/>
        <a:tabLst/>
        <a:defRPr sz="1400" b="0" i="0" u="none" strike="noStrike" cap="none" spc="0" baseline="0">
          <a:solidFill>
            <a:srgbClr val="6A93AC"/>
          </a:solidFill>
          <a:uFillTx/>
          <a:latin typeface="Arial" panose="020B0604020202020204" pitchFamily="34" charset="0"/>
          <a:ea typeface="Arial" panose="020B0604020202020204" pitchFamily="34" charset="0"/>
          <a:cs typeface="Arial" panose="020B0604020202020204" pitchFamily="34" charset="0"/>
          <a:sym typeface="Arial Narrow"/>
        </a:defRPr>
      </a:lvl4pPr>
      <a:lvl5pPr marL="1754186" marR="0" indent="-195262" algn="l" defTabSz="914400" rtl="0" latinLnBrk="0">
        <a:lnSpc>
          <a:spcPct val="90000"/>
        </a:lnSpc>
        <a:spcBef>
          <a:spcPts val="1000"/>
        </a:spcBef>
        <a:spcAft>
          <a:spcPts val="0"/>
        </a:spcAft>
        <a:buClr>
          <a:srgbClr val="FFFFFF"/>
        </a:buClr>
        <a:buSzPct val="70000"/>
        <a:buFont typeface="Arial"/>
        <a:buChar char="▪"/>
        <a:tabLst/>
        <a:defRPr sz="2400" b="0" i="0" u="none" strike="noStrike" cap="none" spc="0" baseline="0">
          <a:solidFill>
            <a:srgbClr val="000000"/>
          </a:solidFill>
          <a:uFillTx/>
          <a:latin typeface="Arial Narrow"/>
          <a:ea typeface="Arial Narrow"/>
          <a:cs typeface="Arial Narrow"/>
          <a:sym typeface="Arial Narrow"/>
        </a:defRPr>
      </a:lvl5pPr>
      <a:lvl6pPr marL="2590800" marR="0" indent="-304800" algn="l" defTabSz="914400" rtl="0" latinLnBrk="0">
        <a:lnSpc>
          <a:spcPct val="90000"/>
        </a:lnSpc>
        <a:spcBef>
          <a:spcPts val="1000"/>
        </a:spcBef>
        <a:spcAft>
          <a:spcPts val="0"/>
        </a:spcAft>
        <a:buClr>
          <a:srgbClr val="FFFFFF"/>
        </a:buClr>
        <a:buSzPct val="100000"/>
        <a:buFont typeface="Arial"/>
        <a:buChar char="•"/>
        <a:tabLst/>
        <a:defRPr sz="2400" b="0" i="0" u="none" strike="noStrike" cap="none" spc="0" baseline="0">
          <a:solidFill>
            <a:srgbClr val="000000"/>
          </a:solidFill>
          <a:uFillTx/>
          <a:latin typeface="Arial Narrow"/>
          <a:ea typeface="Arial Narrow"/>
          <a:cs typeface="Arial Narrow"/>
          <a:sym typeface="Arial Narrow"/>
        </a:defRPr>
      </a:lvl6pPr>
      <a:lvl7pPr marL="3048000" marR="0" indent="-304800" algn="l" defTabSz="914400" rtl="0" latinLnBrk="0">
        <a:lnSpc>
          <a:spcPct val="90000"/>
        </a:lnSpc>
        <a:spcBef>
          <a:spcPts val="1000"/>
        </a:spcBef>
        <a:spcAft>
          <a:spcPts val="0"/>
        </a:spcAft>
        <a:buClr>
          <a:srgbClr val="FFFFFF"/>
        </a:buClr>
        <a:buSzPct val="100000"/>
        <a:buFont typeface="Arial"/>
        <a:buChar char="•"/>
        <a:tabLst/>
        <a:defRPr sz="2400" b="0" i="0" u="none" strike="noStrike" cap="none" spc="0" baseline="0">
          <a:solidFill>
            <a:srgbClr val="000000"/>
          </a:solidFill>
          <a:uFillTx/>
          <a:latin typeface="Arial Narrow"/>
          <a:ea typeface="Arial Narrow"/>
          <a:cs typeface="Arial Narrow"/>
          <a:sym typeface="Arial Narrow"/>
        </a:defRPr>
      </a:lvl7pPr>
      <a:lvl8pPr marL="3505200" marR="0" indent="-304800" algn="l" defTabSz="914400" rtl="0" latinLnBrk="0">
        <a:lnSpc>
          <a:spcPct val="90000"/>
        </a:lnSpc>
        <a:spcBef>
          <a:spcPts val="1000"/>
        </a:spcBef>
        <a:spcAft>
          <a:spcPts val="0"/>
        </a:spcAft>
        <a:buClr>
          <a:srgbClr val="FFFFFF"/>
        </a:buClr>
        <a:buSzPct val="100000"/>
        <a:buFont typeface="Arial"/>
        <a:buChar char="•"/>
        <a:tabLst/>
        <a:defRPr sz="2400" b="0" i="0" u="none" strike="noStrike" cap="none" spc="0" baseline="0">
          <a:solidFill>
            <a:srgbClr val="000000"/>
          </a:solidFill>
          <a:uFillTx/>
          <a:latin typeface="Arial Narrow"/>
          <a:ea typeface="Arial Narrow"/>
          <a:cs typeface="Arial Narrow"/>
          <a:sym typeface="Arial Narrow"/>
        </a:defRPr>
      </a:lvl8pPr>
      <a:lvl9pPr marL="3962400" marR="0" indent="-304800" algn="l" defTabSz="914400" rtl="0" latinLnBrk="0">
        <a:lnSpc>
          <a:spcPct val="90000"/>
        </a:lnSpc>
        <a:spcBef>
          <a:spcPts val="1000"/>
        </a:spcBef>
        <a:spcAft>
          <a:spcPts val="0"/>
        </a:spcAft>
        <a:buClr>
          <a:srgbClr val="FFFFFF"/>
        </a:buClr>
        <a:buSzPct val="100000"/>
        <a:buFont typeface="Arial"/>
        <a:buChar char="•"/>
        <a:tabLst/>
        <a:defRPr sz="2400" b="0" i="0" u="none" strike="noStrike" cap="none" spc="0" baseline="0">
          <a:solidFill>
            <a:srgbClr val="000000"/>
          </a:solidFill>
          <a:uFillTx/>
          <a:latin typeface="Arial Narrow"/>
          <a:ea typeface="Arial Narrow"/>
          <a:cs typeface="Arial Narrow"/>
          <a:sym typeface="Arial Narrow"/>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9.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hyperlink" Target="https://www.cmcicms.com/fr/publication/FWEB_Publication.aspx?DocName=1B7DB696876E7FFB9F97B05DD3B85DA05F57CB9527BF8B34" TargetMode="External"/><Relationship Id="rId2" Type="http://schemas.openxmlformats.org/officeDocument/2006/relationships/hyperlink" Target="mailto:analyse-ms@cmcic.f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HART SOLUTIONS"/>
          <p:cNvSpPr txBox="1">
            <a:spLocks/>
          </p:cNvSpPr>
          <p:nvPr/>
        </p:nvSpPr>
        <p:spPr>
          <a:xfrm>
            <a:off x="4054104" y="9225104"/>
            <a:ext cx="5201392" cy="394217"/>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b">
            <a:noAutofit/>
          </a:bodyPr>
          <a:lstStyle>
            <a:lvl1pPr marL="0" marR="0" indent="0" algn="ctr" defTabSz="584200" latinLnBrk="0">
              <a:lnSpc>
                <a:spcPct val="100000"/>
              </a:lnSpc>
              <a:spcBef>
                <a:spcPts val="0"/>
              </a:spcBef>
              <a:spcAft>
                <a:spcPts val="0"/>
              </a:spcAft>
              <a:buClrTx/>
              <a:buSzTx/>
              <a:buFontTx/>
              <a:buNone/>
              <a:tabLst/>
              <a:defRPr sz="2400" b="0" i="0" u="none" strike="noStrike" cap="all" spc="384" baseline="0">
                <a:ln>
                  <a:noFill/>
                </a:ln>
                <a:solidFill>
                  <a:schemeClr val="accent2">
                    <a:satOff val="44164"/>
                    <a:lumOff val="14231"/>
                  </a:schemeClr>
                </a:solidFill>
                <a:uFillTx/>
                <a:latin typeface="Avenir Book"/>
                <a:ea typeface="Avenir Book"/>
                <a:cs typeface="Avenir Book"/>
                <a:sym typeface="Avenir Book"/>
              </a:defRPr>
            </a:lvl1pPr>
            <a:lvl2pPr marL="0" marR="0" indent="228600" algn="l" defTabSz="584200" latinLnBrk="0">
              <a:lnSpc>
                <a:spcPct val="100000"/>
              </a:lnSpc>
              <a:spcBef>
                <a:spcPts val="0"/>
              </a:spcBef>
              <a:spcAft>
                <a:spcPts val="0"/>
              </a:spcAft>
              <a:buClrTx/>
              <a:buSzTx/>
              <a:buFontTx/>
              <a:buNone/>
              <a:tabLst/>
              <a:defRPr sz="2400" b="0" i="0" u="none" strike="noStrike" cap="all" spc="384" baseline="0">
                <a:ln>
                  <a:noFill/>
                </a:ln>
                <a:solidFill>
                  <a:schemeClr val="accent2">
                    <a:satOff val="44164"/>
                    <a:lumOff val="14231"/>
                  </a:schemeClr>
                </a:solidFill>
                <a:uFillTx/>
                <a:latin typeface="Avenir Book"/>
                <a:ea typeface="Avenir Book"/>
                <a:cs typeface="Avenir Book"/>
                <a:sym typeface="Avenir Book"/>
              </a:defRPr>
            </a:lvl2pPr>
            <a:lvl3pPr marL="0" marR="0" indent="457200" algn="l" defTabSz="584200" latinLnBrk="0">
              <a:lnSpc>
                <a:spcPct val="100000"/>
              </a:lnSpc>
              <a:spcBef>
                <a:spcPts val="0"/>
              </a:spcBef>
              <a:spcAft>
                <a:spcPts val="0"/>
              </a:spcAft>
              <a:buClrTx/>
              <a:buSzTx/>
              <a:buFontTx/>
              <a:buNone/>
              <a:tabLst/>
              <a:defRPr sz="2400" b="0" i="0" u="none" strike="noStrike" cap="all" spc="384" baseline="0">
                <a:ln>
                  <a:noFill/>
                </a:ln>
                <a:solidFill>
                  <a:schemeClr val="accent2">
                    <a:satOff val="44164"/>
                    <a:lumOff val="14231"/>
                  </a:schemeClr>
                </a:solidFill>
                <a:uFillTx/>
                <a:latin typeface="Avenir Book"/>
                <a:ea typeface="Avenir Book"/>
                <a:cs typeface="Avenir Book"/>
                <a:sym typeface="Avenir Book"/>
              </a:defRPr>
            </a:lvl3pPr>
            <a:lvl4pPr marL="0" marR="0" indent="685800" algn="l" defTabSz="584200" latinLnBrk="0">
              <a:lnSpc>
                <a:spcPct val="100000"/>
              </a:lnSpc>
              <a:spcBef>
                <a:spcPts val="0"/>
              </a:spcBef>
              <a:spcAft>
                <a:spcPts val="0"/>
              </a:spcAft>
              <a:buClrTx/>
              <a:buSzTx/>
              <a:buFontTx/>
              <a:buNone/>
              <a:tabLst/>
              <a:defRPr sz="2400" b="0" i="0" u="none" strike="noStrike" cap="all" spc="384" baseline="0">
                <a:ln>
                  <a:noFill/>
                </a:ln>
                <a:solidFill>
                  <a:schemeClr val="accent2">
                    <a:satOff val="44164"/>
                    <a:lumOff val="14231"/>
                  </a:schemeClr>
                </a:solidFill>
                <a:uFillTx/>
                <a:latin typeface="Avenir Book"/>
                <a:ea typeface="Avenir Book"/>
                <a:cs typeface="Avenir Book"/>
                <a:sym typeface="Avenir Book"/>
              </a:defRPr>
            </a:lvl4pPr>
            <a:lvl5pPr marL="0" marR="0" indent="914400" algn="l" defTabSz="584200" latinLnBrk="0">
              <a:lnSpc>
                <a:spcPct val="100000"/>
              </a:lnSpc>
              <a:spcBef>
                <a:spcPts val="0"/>
              </a:spcBef>
              <a:spcAft>
                <a:spcPts val="0"/>
              </a:spcAft>
              <a:buClrTx/>
              <a:buSzTx/>
              <a:buFontTx/>
              <a:buNone/>
              <a:tabLst/>
              <a:defRPr sz="2400" b="0" i="0" u="none" strike="noStrike" cap="all" spc="384" baseline="0">
                <a:ln>
                  <a:noFill/>
                </a:ln>
                <a:solidFill>
                  <a:schemeClr val="accent2">
                    <a:satOff val="44164"/>
                    <a:lumOff val="14231"/>
                  </a:schemeClr>
                </a:solidFill>
                <a:uFillTx/>
                <a:latin typeface="Avenir Book"/>
                <a:ea typeface="Avenir Book"/>
                <a:cs typeface="Avenir Book"/>
                <a:sym typeface="Avenir Book"/>
              </a:defRPr>
            </a:lvl5pPr>
            <a:lvl6pPr marL="2819400" marR="0" indent="-469900" algn="l" defTabSz="584200" latinLnBrk="0">
              <a:lnSpc>
                <a:spcPct val="100000"/>
              </a:lnSpc>
              <a:spcBef>
                <a:spcPts val="4200"/>
              </a:spcBef>
              <a:spcAft>
                <a:spcPts val="0"/>
              </a:spcAft>
              <a:buClr>
                <a:srgbClr val="646464"/>
              </a:buClr>
              <a:buSzPct val="90000"/>
              <a:buFontTx/>
              <a:buChar char="•"/>
              <a:tabLst/>
              <a:defRPr sz="3600" b="0" i="0" u="none" strike="noStrike" cap="none" spc="0" baseline="0">
                <a:ln>
                  <a:noFill/>
                </a:ln>
                <a:solidFill>
                  <a:srgbClr val="FFFFFF"/>
                </a:solidFill>
                <a:uFillTx/>
                <a:latin typeface="+mn-lt"/>
                <a:ea typeface="+mn-ea"/>
                <a:cs typeface="+mn-cs"/>
                <a:sym typeface="Avenir Light"/>
              </a:defRPr>
            </a:lvl6pPr>
            <a:lvl7pPr marL="3289300" marR="0" indent="-469900" algn="l" defTabSz="584200" latinLnBrk="0">
              <a:lnSpc>
                <a:spcPct val="100000"/>
              </a:lnSpc>
              <a:spcBef>
                <a:spcPts val="4200"/>
              </a:spcBef>
              <a:spcAft>
                <a:spcPts val="0"/>
              </a:spcAft>
              <a:buClr>
                <a:srgbClr val="646464"/>
              </a:buClr>
              <a:buSzPct val="90000"/>
              <a:buFontTx/>
              <a:buChar char="•"/>
              <a:tabLst/>
              <a:defRPr sz="3600" b="0" i="0" u="none" strike="noStrike" cap="none" spc="0" baseline="0">
                <a:ln>
                  <a:noFill/>
                </a:ln>
                <a:solidFill>
                  <a:srgbClr val="FFFFFF"/>
                </a:solidFill>
                <a:uFillTx/>
                <a:latin typeface="+mn-lt"/>
                <a:ea typeface="+mn-ea"/>
                <a:cs typeface="+mn-cs"/>
                <a:sym typeface="Avenir Light"/>
              </a:defRPr>
            </a:lvl7pPr>
            <a:lvl8pPr marL="3759200" marR="0" indent="-469900" algn="l" defTabSz="584200" latinLnBrk="0">
              <a:lnSpc>
                <a:spcPct val="100000"/>
              </a:lnSpc>
              <a:spcBef>
                <a:spcPts val="4200"/>
              </a:spcBef>
              <a:spcAft>
                <a:spcPts val="0"/>
              </a:spcAft>
              <a:buClr>
                <a:srgbClr val="646464"/>
              </a:buClr>
              <a:buSzPct val="90000"/>
              <a:buFontTx/>
              <a:buChar char="•"/>
              <a:tabLst/>
              <a:defRPr sz="3600" b="0" i="0" u="none" strike="noStrike" cap="none" spc="0" baseline="0">
                <a:ln>
                  <a:noFill/>
                </a:ln>
                <a:solidFill>
                  <a:srgbClr val="FFFFFF"/>
                </a:solidFill>
                <a:uFillTx/>
                <a:latin typeface="+mn-lt"/>
                <a:ea typeface="+mn-ea"/>
                <a:cs typeface="+mn-cs"/>
                <a:sym typeface="Avenir Light"/>
              </a:defRPr>
            </a:lvl8pPr>
            <a:lvl9pPr marL="4229100" marR="0" indent="-469900" algn="l" defTabSz="584200" latinLnBrk="0">
              <a:lnSpc>
                <a:spcPct val="100000"/>
              </a:lnSpc>
              <a:spcBef>
                <a:spcPts val="4200"/>
              </a:spcBef>
              <a:spcAft>
                <a:spcPts val="0"/>
              </a:spcAft>
              <a:buClr>
                <a:srgbClr val="646464"/>
              </a:buClr>
              <a:buSzPct val="90000"/>
              <a:buFontTx/>
              <a:buChar char="•"/>
              <a:tabLst/>
              <a:defRPr sz="3600" b="0" i="0" u="none" strike="noStrike" cap="none" spc="0" baseline="0">
                <a:ln>
                  <a:noFill/>
                </a:ln>
                <a:solidFill>
                  <a:srgbClr val="FFFFFF"/>
                </a:solidFill>
                <a:uFillTx/>
                <a:latin typeface="+mn-lt"/>
                <a:ea typeface="+mn-ea"/>
                <a:cs typeface="+mn-cs"/>
                <a:sym typeface="Avenir Light"/>
              </a:defRPr>
            </a:lvl9pPr>
          </a:lstStyle>
          <a:p>
            <a:pPr hangingPunct="1"/>
            <a:r>
              <a:rPr lang="fr-FR" sz="1800" cap="none" spc="0" dirty="0">
                <a:solidFill>
                  <a:schemeClr val="tx1"/>
                </a:solidFill>
                <a:latin typeface="Avenir Book"/>
                <a:cs typeface="Avenir Book"/>
              </a:rPr>
              <a:t>Benoit</a:t>
            </a:r>
            <a:r>
              <a:rPr lang="fr-FR" sz="1800" cap="none" spc="0" baseline="0" dirty="0">
                <a:solidFill>
                  <a:schemeClr val="tx1"/>
                </a:solidFill>
                <a:latin typeface="Avenir Book"/>
                <a:cs typeface="Avenir Book"/>
              </a:rPr>
              <a:t> Rodriguez - Economiste</a:t>
            </a:r>
            <a:endParaRPr lang="fr-FR" sz="1800" cap="none" spc="0" dirty="0">
              <a:solidFill>
                <a:schemeClr val="tx1"/>
              </a:solidFill>
              <a:latin typeface="Avenir Book"/>
              <a:cs typeface="Avenir Book"/>
            </a:endParaRPr>
          </a:p>
        </p:txBody>
      </p:sp>
      <p:sp>
        <p:nvSpPr>
          <p:cNvPr id="3" name="Espace réservé du texte 2"/>
          <p:cNvSpPr>
            <a:spLocks noGrp="1"/>
          </p:cNvSpPr>
          <p:nvPr>
            <p:ph type="body" sz="quarter" idx="10"/>
          </p:nvPr>
        </p:nvSpPr>
        <p:spPr>
          <a:xfrm>
            <a:off x="488516" y="4819132"/>
            <a:ext cx="8091814" cy="711142"/>
          </a:xfrm>
        </p:spPr>
        <p:txBody>
          <a:bodyPr/>
          <a:lstStyle/>
          <a:p>
            <a:r>
              <a:rPr lang="fr-FR" dirty="0"/>
              <a:t>RECHERCHE ACTIONS</a:t>
            </a:r>
          </a:p>
        </p:txBody>
      </p:sp>
      <p:sp>
        <p:nvSpPr>
          <p:cNvPr id="2" name="Espace réservé du texte 1"/>
          <p:cNvSpPr>
            <a:spLocks noGrp="1"/>
          </p:cNvSpPr>
          <p:nvPr>
            <p:ph type="body" sz="quarter" idx="1"/>
          </p:nvPr>
        </p:nvSpPr>
        <p:spPr>
          <a:xfrm>
            <a:off x="488515" y="1886750"/>
            <a:ext cx="8091814" cy="2384905"/>
          </a:xfrm>
        </p:spPr>
        <p:txBody>
          <a:bodyPr/>
          <a:lstStyle/>
          <a:p>
            <a:pPr>
              <a:lnSpc>
                <a:spcPct val="90000"/>
              </a:lnSpc>
            </a:pPr>
            <a:r>
              <a:rPr lang="fr-FR"/>
              <a:t>SIKA </a:t>
            </a:r>
            <a:endParaRPr lang="fr-FR" dirty="0"/>
          </a:p>
        </p:txBody>
      </p:sp>
    </p:spTree>
    <p:extLst>
      <p:ext uri="{BB962C8B-B14F-4D97-AF65-F5344CB8AC3E}">
        <p14:creationId xmlns:p14="http://schemas.microsoft.com/office/powerpoint/2010/main" val="12977190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0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sz="quarter" idx="18"/>
          </p:nvPr>
        </p:nvSpPr>
        <p:spPr>
          <a:xfrm>
            <a:off x="1462389" y="1926839"/>
            <a:ext cx="6993894" cy="576035"/>
          </a:xfrm>
        </p:spPr>
        <p:txBody>
          <a:bodyPr/>
          <a:lstStyle/>
          <a:p>
            <a:r>
              <a:rPr lang="fr-FR" dirty="0"/>
              <a:t>Un plan Fast </a:t>
            </a:r>
            <a:r>
              <a:rPr lang="fr-FR" dirty="0" err="1"/>
              <a:t>Forward</a:t>
            </a:r>
            <a:r>
              <a:rPr lang="fr-FR" dirty="0"/>
              <a:t> dont les coûts induits sont déjà provisionnés</a:t>
            </a:r>
          </a:p>
          <a:p>
            <a:r>
              <a:rPr lang="fr-FR" sz="1400" i="1" dirty="0">
                <a:solidFill>
                  <a:srgbClr val="DDDDDD"/>
                </a:solidFill>
                <a:sym typeface="Wingdings" panose="05000000000000000000" pitchFamily="2" charset="2"/>
              </a:rPr>
              <a:t> Fast </a:t>
            </a:r>
            <a:r>
              <a:rPr lang="fr-FR" sz="1400" i="1" dirty="0" err="1">
                <a:solidFill>
                  <a:srgbClr val="DDDDDD"/>
                </a:solidFill>
                <a:sym typeface="Wingdings" panose="05000000000000000000" pitchFamily="2" charset="2"/>
              </a:rPr>
              <a:t>Forward</a:t>
            </a:r>
            <a:r>
              <a:rPr lang="fr-FR" sz="1400" i="1" dirty="0">
                <a:solidFill>
                  <a:srgbClr val="DDDDDD"/>
                </a:solidFill>
                <a:sym typeface="Wingdings" panose="05000000000000000000" pitchFamily="2" charset="2"/>
              </a:rPr>
              <a:t> : 108 MCHF sur le P&amp;L 2025</a:t>
            </a:r>
            <a:endParaRPr lang="fr-FR" sz="1400" i="1" dirty="0">
              <a:solidFill>
                <a:srgbClr val="DDDDDD"/>
              </a:solidFill>
            </a:endParaRPr>
          </a:p>
        </p:txBody>
      </p:sp>
      <p:sp>
        <p:nvSpPr>
          <p:cNvPr id="3" name="Titre 2"/>
          <p:cNvSpPr>
            <a:spLocks noGrp="1"/>
          </p:cNvSpPr>
          <p:nvPr>
            <p:ph type="title"/>
          </p:nvPr>
        </p:nvSpPr>
        <p:spPr>
          <a:xfrm>
            <a:off x="71999" y="230400"/>
            <a:ext cx="9072001" cy="369660"/>
          </a:xfrm>
        </p:spPr>
        <p:txBody>
          <a:bodyPr/>
          <a:lstStyle/>
          <a:p>
            <a:r>
              <a:rPr lang="fr-FR" dirty="0"/>
              <a:t>SIKA (Achat / 220 CHF </a:t>
            </a:r>
            <a:r>
              <a:rPr lang="fr-FR" sz="2800" dirty="0">
                <a:solidFill>
                  <a:srgbClr val="DDDDDD"/>
                </a:solidFill>
              </a:rPr>
              <a:t>vs </a:t>
            </a:r>
            <a:r>
              <a:rPr lang="fr-FR" sz="2000" dirty="0">
                <a:solidFill>
                  <a:srgbClr val="DDDDDD"/>
                </a:solidFill>
              </a:rPr>
              <a:t>250 CHF</a:t>
            </a:r>
            <a:r>
              <a:rPr lang="fr-FR" dirty="0"/>
              <a:t>)</a:t>
            </a:r>
            <a:br>
              <a:rPr lang="fr-FR" dirty="0"/>
            </a:br>
            <a:endParaRPr lang="fr-FR" sz="2300" dirty="0"/>
          </a:p>
        </p:txBody>
      </p:sp>
      <p:sp>
        <p:nvSpPr>
          <p:cNvPr id="9" name="Espace réservé du texte 8"/>
          <p:cNvSpPr>
            <a:spLocks noGrp="1"/>
          </p:cNvSpPr>
          <p:nvPr>
            <p:ph type="body" sz="quarter" idx="13"/>
          </p:nvPr>
        </p:nvSpPr>
        <p:spPr>
          <a:xfrm>
            <a:off x="72000" y="720000"/>
            <a:ext cx="9072000" cy="369318"/>
          </a:xfrm>
        </p:spPr>
        <p:txBody>
          <a:bodyPr/>
          <a:lstStyle/>
          <a:p>
            <a:r>
              <a:rPr lang="fr-FR" dirty="0"/>
              <a:t>Révision de notre séquence bénéficiaire</a:t>
            </a:r>
          </a:p>
        </p:txBody>
      </p:sp>
      <p:sp>
        <p:nvSpPr>
          <p:cNvPr id="11" name="Espace réservé du texte 10"/>
          <p:cNvSpPr>
            <a:spLocks noGrp="1"/>
          </p:cNvSpPr>
          <p:nvPr>
            <p:ph type="body" sz="quarter" idx="19"/>
          </p:nvPr>
        </p:nvSpPr>
        <p:spPr>
          <a:xfrm>
            <a:off x="1460489" y="2789104"/>
            <a:ext cx="6995793" cy="576035"/>
          </a:xfrm>
        </p:spPr>
        <p:txBody>
          <a:bodyPr/>
          <a:lstStyle/>
          <a:p>
            <a:r>
              <a:rPr lang="fr-FR" dirty="0"/>
              <a:t>Des marchés finaux dont le redémarrage pourrait être ralenti</a:t>
            </a:r>
          </a:p>
          <a:p>
            <a:r>
              <a:rPr lang="fr-FR" sz="1400" i="1" dirty="0">
                <a:solidFill>
                  <a:srgbClr val="DDDDDD"/>
                </a:solidFill>
                <a:sym typeface="Wingdings" panose="05000000000000000000" pitchFamily="2" charset="2"/>
              </a:rPr>
              <a:t> Chine : 6% du CA | Construction en Europe : des signaux positifs, mais…</a:t>
            </a:r>
            <a:endParaRPr lang="fr-FR" i="1" dirty="0">
              <a:solidFill>
                <a:srgbClr val="DDDDDD"/>
              </a:solidFill>
            </a:endParaRPr>
          </a:p>
        </p:txBody>
      </p:sp>
      <p:sp>
        <p:nvSpPr>
          <p:cNvPr id="12" name="Espace réservé du texte 11"/>
          <p:cNvSpPr>
            <a:spLocks noGrp="1"/>
          </p:cNvSpPr>
          <p:nvPr>
            <p:ph type="body" sz="quarter" idx="21"/>
          </p:nvPr>
        </p:nvSpPr>
        <p:spPr>
          <a:xfrm>
            <a:off x="1460488" y="3625974"/>
            <a:ext cx="6995793" cy="576035"/>
          </a:xfrm>
        </p:spPr>
        <p:txBody>
          <a:bodyPr/>
          <a:lstStyle/>
          <a:p>
            <a:r>
              <a:rPr lang="fr-FR" dirty="0"/>
              <a:t>Une forte baisse depuis un mois – sensibilité au prix du gaz</a:t>
            </a:r>
          </a:p>
          <a:p>
            <a:r>
              <a:rPr lang="fr-FR" sz="1400" i="1" dirty="0">
                <a:solidFill>
                  <a:srgbClr val="DDDDDD"/>
                </a:solidFill>
                <a:sym typeface="Wingdings" panose="05000000000000000000" pitchFamily="2" charset="2"/>
              </a:rPr>
              <a:t> Une marge matière que nous n’attendons plus à 55%</a:t>
            </a:r>
            <a:endParaRPr lang="fr-FR" sz="1400" i="1" dirty="0">
              <a:solidFill>
                <a:srgbClr val="DDDDDD"/>
              </a:solidFill>
            </a:endParaRPr>
          </a:p>
        </p:txBody>
      </p:sp>
      <p:sp>
        <p:nvSpPr>
          <p:cNvPr id="13" name="Espace réservé du texte 12"/>
          <p:cNvSpPr>
            <a:spLocks noGrp="1"/>
          </p:cNvSpPr>
          <p:nvPr>
            <p:ph type="body" sz="quarter" idx="23"/>
          </p:nvPr>
        </p:nvSpPr>
        <p:spPr>
          <a:xfrm>
            <a:off x="1461007" y="4488238"/>
            <a:ext cx="6995273" cy="576035"/>
          </a:xfrm>
        </p:spPr>
        <p:txBody>
          <a:bodyPr/>
          <a:lstStyle/>
          <a:p>
            <a:r>
              <a:rPr lang="fr-FR"/>
              <a:t>Une décote </a:t>
            </a:r>
            <a:r>
              <a:rPr lang="fr-FR" dirty="0"/>
              <a:t>qui nous parait exagérée, mais le groupe doit convaincre</a:t>
            </a:r>
          </a:p>
          <a:p>
            <a:r>
              <a:rPr lang="fr-FR" sz="1400" i="1" dirty="0">
                <a:solidFill>
                  <a:srgbClr val="DDDDDD"/>
                </a:solidFill>
                <a:sym typeface="Wingdings" panose="05000000000000000000" pitchFamily="2" charset="2"/>
              </a:rPr>
              <a:t> Décote de 35% vs moyenne 10y</a:t>
            </a:r>
            <a:r>
              <a:rPr lang="fr-FR" sz="1400" i="1" dirty="0">
                <a:solidFill>
                  <a:srgbClr val="DDDDDD"/>
                </a:solidFill>
              </a:rPr>
              <a:t> | Acquisition de MBCC | CMD décevant</a:t>
            </a:r>
          </a:p>
        </p:txBody>
      </p:sp>
      <p:sp>
        <p:nvSpPr>
          <p:cNvPr id="14" name="Espace réservé du texte 13"/>
          <p:cNvSpPr>
            <a:spLocks noGrp="1"/>
          </p:cNvSpPr>
          <p:nvPr>
            <p:ph type="body" sz="quarter" idx="25"/>
          </p:nvPr>
        </p:nvSpPr>
        <p:spPr>
          <a:xfrm>
            <a:off x="72000" y="5932487"/>
            <a:ext cx="8830202" cy="485775"/>
          </a:xfrm>
        </p:spPr>
        <p:txBody>
          <a:bodyPr/>
          <a:lstStyle/>
          <a:p>
            <a:endParaRPr lang="fr-FR" sz="1400" dirty="0"/>
          </a:p>
        </p:txBody>
      </p:sp>
    </p:spTree>
    <p:extLst>
      <p:ext uri="{BB962C8B-B14F-4D97-AF65-F5344CB8AC3E}">
        <p14:creationId xmlns:p14="http://schemas.microsoft.com/office/powerpoint/2010/main" val="351028038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000" y="230400"/>
            <a:ext cx="8964424" cy="370800"/>
          </a:xfrm>
        </p:spPr>
        <p:txBody>
          <a:bodyPr/>
          <a:lstStyle/>
          <a:p>
            <a:r>
              <a:rPr lang="fr-FR" dirty="0"/>
              <a:t>SIKA (Achat / 220 CHF </a:t>
            </a:r>
            <a:r>
              <a:rPr kumimoji="0" lang="fr-FR" sz="2800" b="1" i="0" u="none" strike="noStrike" kern="1200" cap="none" spc="0" normalizeH="0" baseline="0" noProof="0" dirty="0">
                <a:ln>
                  <a:noFill/>
                </a:ln>
                <a:solidFill>
                  <a:srgbClr val="DDDDDD"/>
                </a:solidFill>
                <a:effectLst/>
                <a:uLnTx/>
                <a:uFillTx/>
                <a:latin typeface="Arial" panose="020B0604020202020204" pitchFamily="34" charset="0"/>
                <a:ea typeface="Calibri"/>
                <a:cs typeface="Arial" panose="020B0604020202020204" pitchFamily="34" charset="0"/>
                <a:sym typeface="Arial Narrow"/>
              </a:rPr>
              <a:t>vs </a:t>
            </a:r>
            <a:r>
              <a:rPr kumimoji="0" lang="fr-FR" sz="2000" b="1" i="0" u="none" strike="noStrike" kern="1200" cap="none" spc="0" normalizeH="0" baseline="0" noProof="0" dirty="0">
                <a:ln>
                  <a:noFill/>
                </a:ln>
                <a:solidFill>
                  <a:srgbClr val="DDDDDD"/>
                </a:solidFill>
                <a:effectLst/>
                <a:uLnTx/>
                <a:uFillTx/>
                <a:latin typeface="Arial" panose="020B0604020202020204" pitchFamily="34" charset="0"/>
                <a:ea typeface="Calibri"/>
                <a:cs typeface="Arial" panose="020B0604020202020204" pitchFamily="34" charset="0"/>
                <a:sym typeface="Arial Narrow"/>
              </a:rPr>
              <a:t>250 CHF</a:t>
            </a:r>
            <a:r>
              <a:rPr lang="fr-FR" dirty="0"/>
              <a:t>)</a:t>
            </a:r>
            <a:endParaRPr lang="fr-FR" sz="2300" dirty="0"/>
          </a:p>
        </p:txBody>
      </p:sp>
      <p:sp>
        <p:nvSpPr>
          <p:cNvPr id="3" name="Espace réservé du texte 2"/>
          <p:cNvSpPr>
            <a:spLocks noGrp="1"/>
          </p:cNvSpPr>
          <p:nvPr>
            <p:ph type="body" sz="quarter" idx="10"/>
          </p:nvPr>
        </p:nvSpPr>
        <p:spPr>
          <a:xfrm>
            <a:off x="72000" y="720000"/>
            <a:ext cx="8964424" cy="370800"/>
          </a:xfrm>
        </p:spPr>
        <p:txBody>
          <a:bodyPr/>
          <a:lstStyle/>
          <a:p>
            <a:endParaRPr lang="fr-FR"/>
          </a:p>
        </p:txBody>
      </p:sp>
      <p:sp>
        <p:nvSpPr>
          <p:cNvPr id="4" name="Espace réservé du texte 3"/>
          <p:cNvSpPr>
            <a:spLocks noGrp="1"/>
          </p:cNvSpPr>
          <p:nvPr>
            <p:ph type="body" sz="quarter" idx="12"/>
          </p:nvPr>
        </p:nvSpPr>
        <p:spPr>
          <a:xfrm>
            <a:off x="261000" y="1330395"/>
            <a:ext cx="8568000" cy="232848"/>
          </a:xfrm>
        </p:spPr>
        <p:txBody>
          <a:bodyPr/>
          <a:lstStyle/>
          <a:p>
            <a:r>
              <a:rPr lang="fr-FR" dirty="0">
                <a:solidFill>
                  <a:srgbClr val="2F3989"/>
                </a:solidFill>
              </a:rPr>
              <a:t>Historique de cours et valorisation</a:t>
            </a:r>
          </a:p>
          <a:p>
            <a:endParaRPr lang="fr-FR" dirty="0">
              <a:solidFill>
                <a:srgbClr val="2F3989"/>
              </a:solidFill>
            </a:endParaRPr>
          </a:p>
        </p:txBody>
      </p:sp>
      <p:sp>
        <p:nvSpPr>
          <p:cNvPr id="5" name="Espace réservé du texte 4"/>
          <p:cNvSpPr>
            <a:spLocks noGrp="1"/>
          </p:cNvSpPr>
          <p:nvPr>
            <p:ph type="body" sz="quarter" idx="14"/>
          </p:nvPr>
        </p:nvSpPr>
        <p:spPr>
          <a:xfrm>
            <a:off x="5237571" y="5824634"/>
            <a:ext cx="3591429" cy="176213"/>
          </a:xfrm>
        </p:spPr>
        <p:txBody>
          <a:bodyPr/>
          <a:lstStyle/>
          <a:p>
            <a:r>
              <a:rPr lang="fr-FR" dirty="0"/>
              <a:t>Source : CIC CIB, FactSet</a:t>
            </a:r>
          </a:p>
        </p:txBody>
      </p:sp>
      <p:sp>
        <p:nvSpPr>
          <p:cNvPr id="7" name="Espace réservé du texte 6"/>
          <p:cNvSpPr>
            <a:spLocks noGrp="1"/>
          </p:cNvSpPr>
          <p:nvPr>
            <p:ph type="body" sz="quarter" idx="15"/>
          </p:nvPr>
        </p:nvSpPr>
        <p:spPr>
          <a:xfrm>
            <a:off x="72000" y="5974500"/>
            <a:ext cx="8622967" cy="489600"/>
          </a:xfrm>
        </p:spPr>
        <p:txBody>
          <a:bodyPr/>
          <a:lstStyle/>
          <a:p>
            <a:endParaRPr lang="fr-FR" sz="1400" dirty="0"/>
          </a:p>
        </p:txBody>
      </p:sp>
      <p:graphicFrame>
        <p:nvGraphicFramePr>
          <p:cNvPr id="8" name="Objet 7"/>
          <p:cNvGraphicFramePr>
            <a:graphicFrameLocks noChangeAspect="1"/>
          </p:cNvGraphicFramePr>
          <p:nvPr>
            <p:extLst>
              <p:ext uri="{D42A27DB-BD31-4B8C-83A1-F6EECF244321}">
                <p14:modId xmlns:p14="http://schemas.microsoft.com/office/powerpoint/2010/main" val="845084470"/>
              </p:ext>
            </p:extLst>
          </p:nvPr>
        </p:nvGraphicFramePr>
        <p:xfrm>
          <a:off x="783418" y="1642517"/>
          <a:ext cx="6865938" cy="3824288"/>
        </p:xfrm>
        <a:graphic>
          <a:graphicData uri="http://schemas.openxmlformats.org/presentationml/2006/ole">
            <mc:AlternateContent xmlns:mc="http://schemas.openxmlformats.org/markup-compatibility/2006">
              <mc:Choice xmlns:v="urn:schemas-microsoft-com:vml" Requires="v">
                <p:oleObj spid="_x0000_s42009" name="FactSet Partners" r:id="rId3" imgW="6865920" imgH="3823560" progId="JCFPartner.Compound.1">
                  <p:embed/>
                </p:oleObj>
              </mc:Choice>
              <mc:Fallback>
                <p:oleObj name="FactSet Partners" r:id="rId3" imgW="6865920" imgH="3823560" progId="JCFPartner.Compound.1">
                  <p:embed/>
                  <p:pic>
                    <p:nvPicPr>
                      <p:cNvPr id="0" name=""/>
                      <p:cNvPicPr/>
                      <p:nvPr/>
                    </p:nvPicPr>
                    <p:blipFill>
                      <a:blip r:embed="rId4"/>
                      <a:stretch>
                        <a:fillRect/>
                      </a:stretch>
                    </p:blipFill>
                    <p:spPr>
                      <a:xfrm>
                        <a:off x="783418" y="1642517"/>
                        <a:ext cx="6865938" cy="3824288"/>
                      </a:xfrm>
                      <a:prstGeom prst="rect">
                        <a:avLst/>
                      </a:prstGeom>
                    </p:spPr>
                  </p:pic>
                </p:oleObj>
              </mc:Fallback>
            </mc:AlternateContent>
          </a:graphicData>
        </a:graphic>
      </p:graphicFrame>
    </p:spTree>
    <p:extLst>
      <p:ext uri="{BB962C8B-B14F-4D97-AF65-F5344CB8AC3E}">
        <p14:creationId xmlns:p14="http://schemas.microsoft.com/office/powerpoint/2010/main" val="8463803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000" y="230400"/>
            <a:ext cx="8964424" cy="370800"/>
          </a:xfrm>
        </p:spPr>
        <p:txBody>
          <a:bodyPr/>
          <a:lstStyle/>
          <a:p>
            <a:r>
              <a:rPr lang="fr-FR" dirty="0"/>
              <a:t>SIKA (Achat / 220 CHF </a:t>
            </a:r>
            <a:r>
              <a:rPr kumimoji="0" lang="fr-FR" sz="2800" b="1" i="0" u="none" strike="noStrike" kern="1200" cap="none" spc="0" normalizeH="0" baseline="0" noProof="0" dirty="0">
                <a:ln>
                  <a:noFill/>
                </a:ln>
                <a:solidFill>
                  <a:srgbClr val="DDDDDD"/>
                </a:solidFill>
                <a:effectLst/>
                <a:uLnTx/>
                <a:uFillTx/>
                <a:latin typeface="Arial" panose="020B0604020202020204" pitchFamily="34" charset="0"/>
                <a:ea typeface="Calibri"/>
                <a:cs typeface="Arial" panose="020B0604020202020204" pitchFamily="34" charset="0"/>
                <a:sym typeface="Arial Narrow"/>
              </a:rPr>
              <a:t>vs </a:t>
            </a:r>
            <a:r>
              <a:rPr kumimoji="0" lang="fr-FR" sz="2000" b="1" i="0" u="none" strike="noStrike" kern="1200" cap="none" spc="0" normalizeH="0" baseline="0" noProof="0" dirty="0">
                <a:ln>
                  <a:noFill/>
                </a:ln>
                <a:solidFill>
                  <a:srgbClr val="DDDDDD"/>
                </a:solidFill>
                <a:effectLst/>
                <a:uLnTx/>
                <a:uFillTx/>
                <a:latin typeface="Arial" panose="020B0604020202020204" pitchFamily="34" charset="0"/>
                <a:ea typeface="Calibri"/>
                <a:cs typeface="Arial" panose="020B0604020202020204" pitchFamily="34" charset="0"/>
                <a:sym typeface="Arial Narrow"/>
              </a:rPr>
              <a:t>250 CHF</a:t>
            </a:r>
            <a:r>
              <a:rPr lang="fr-FR" dirty="0"/>
              <a:t>)</a:t>
            </a:r>
            <a:endParaRPr lang="fr-FR" sz="2300" dirty="0"/>
          </a:p>
        </p:txBody>
      </p:sp>
      <p:sp>
        <p:nvSpPr>
          <p:cNvPr id="3" name="Espace réservé du texte 2"/>
          <p:cNvSpPr>
            <a:spLocks noGrp="1"/>
          </p:cNvSpPr>
          <p:nvPr>
            <p:ph type="body" sz="quarter" idx="10"/>
          </p:nvPr>
        </p:nvSpPr>
        <p:spPr>
          <a:xfrm>
            <a:off x="72000" y="720000"/>
            <a:ext cx="8964424" cy="370800"/>
          </a:xfrm>
        </p:spPr>
        <p:txBody>
          <a:bodyPr/>
          <a:lstStyle/>
          <a:p>
            <a:endParaRPr lang="fr-FR"/>
          </a:p>
        </p:txBody>
      </p:sp>
      <p:sp>
        <p:nvSpPr>
          <p:cNvPr id="4" name="Espace réservé du texte 3"/>
          <p:cNvSpPr>
            <a:spLocks noGrp="1"/>
          </p:cNvSpPr>
          <p:nvPr>
            <p:ph type="body" sz="quarter" idx="12"/>
          </p:nvPr>
        </p:nvSpPr>
        <p:spPr>
          <a:xfrm>
            <a:off x="261000" y="1330395"/>
            <a:ext cx="8568000" cy="232848"/>
          </a:xfrm>
        </p:spPr>
        <p:txBody>
          <a:bodyPr/>
          <a:lstStyle/>
          <a:p>
            <a:r>
              <a:rPr lang="fr-FR" dirty="0"/>
              <a:t>Historique P/E 12 mois glissants (x)</a:t>
            </a:r>
          </a:p>
          <a:p>
            <a:endParaRPr lang="fr-FR" dirty="0"/>
          </a:p>
        </p:txBody>
      </p:sp>
      <p:sp>
        <p:nvSpPr>
          <p:cNvPr id="5" name="Espace réservé du texte 4"/>
          <p:cNvSpPr>
            <a:spLocks noGrp="1"/>
          </p:cNvSpPr>
          <p:nvPr>
            <p:ph type="body" sz="quarter" idx="14"/>
          </p:nvPr>
        </p:nvSpPr>
        <p:spPr>
          <a:xfrm>
            <a:off x="5120769" y="5674767"/>
            <a:ext cx="3591429" cy="176213"/>
          </a:xfrm>
        </p:spPr>
        <p:txBody>
          <a:bodyPr/>
          <a:lstStyle/>
          <a:p>
            <a:r>
              <a:rPr lang="fr-FR" dirty="0"/>
              <a:t>Source : FactSet</a:t>
            </a:r>
          </a:p>
        </p:txBody>
      </p:sp>
      <p:sp>
        <p:nvSpPr>
          <p:cNvPr id="7" name="Espace réservé du texte 6"/>
          <p:cNvSpPr>
            <a:spLocks noGrp="1"/>
          </p:cNvSpPr>
          <p:nvPr>
            <p:ph type="body" sz="quarter" idx="15"/>
          </p:nvPr>
        </p:nvSpPr>
        <p:spPr>
          <a:xfrm>
            <a:off x="72000" y="5974500"/>
            <a:ext cx="8622967" cy="489600"/>
          </a:xfrm>
        </p:spPr>
        <p:txBody>
          <a:bodyPr/>
          <a:lstStyle/>
          <a:p>
            <a:endParaRPr lang="fr-FR" sz="1400" dirty="0"/>
          </a:p>
        </p:txBody>
      </p:sp>
      <p:graphicFrame>
        <p:nvGraphicFramePr>
          <p:cNvPr id="8" name="Objet 7"/>
          <p:cNvGraphicFramePr>
            <a:graphicFrameLocks noChangeAspect="1"/>
          </p:cNvGraphicFramePr>
          <p:nvPr>
            <p:extLst>
              <p:ext uri="{D42A27DB-BD31-4B8C-83A1-F6EECF244321}">
                <p14:modId xmlns:p14="http://schemas.microsoft.com/office/powerpoint/2010/main" val="2375909608"/>
              </p:ext>
            </p:extLst>
          </p:nvPr>
        </p:nvGraphicFramePr>
        <p:xfrm>
          <a:off x="1085850" y="1836738"/>
          <a:ext cx="6918325" cy="3563937"/>
        </p:xfrm>
        <a:graphic>
          <a:graphicData uri="http://schemas.openxmlformats.org/presentationml/2006/ole">
            <mc:AlternateContent xmlns:mc="http://schemas.openxmlformats.org/markup-compatibility/2006">
              <mc:Choice xmlns:v="urn:schemas-microsoft-com:vml" Requires="v">
                <p:oleObj spid="_x0000_s46104" name="ActiveGraph" r:id="rId3" imgW="6826336" imgH="3505112" progId="FDSCHART.FDSChartCtrl.1">
                  <p:embed/>
                </p:oleObj>
              </mc:Choice>
              <mc:Fallback>
                <p:oleObj name="ActiveGraph" r:id="rId3" imgW="6826336" imgH="3505112" progId="FDSCHART.FDSChartCtrl.1">
                  <p:embed/>
                  <p:pic>
                    <p:nvPicPr>
                      <p:cNvPr id="0" name=""/>
                      <p:cNvPicPr/>
                      <p:nvPr/>
                    </p:nvPicPr>
                    <p:blipFill>
                      <a:blip r:embed="rId4"/>
                      <a:stretch>
                        <a:fillRect/>
                      </a:stretch>
                    </p:blipFill>
                    <p:spPr>
                      <a:xfrm>
                        <a:off x="1085850" y="1836738"/>
                        <a:ext cx="6918325" cy="3563937"/>
                      </a:xfrm>
                      <a:prstGeom prst="rect">
                        <a:avLst/>
                      </a:prstGeom>
                    </p:spPr>
                  </p:pic>
                </p:oleObj>
              </mc:Fallback>
            </mc:AlternateContent>
          </a:graphicData>
        </a:graphic>
      </p:graphicFrame>
    </p:spTree>
    <p:extLst>
      <p:ext uri="{BB962C8B-B14F-4D97-AF65-F5344CB8AC3E}">
        <p14:creationId xmlns:p14="http://schemas.microsoft.com/office/powerpoint/2010/main" val="387166310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75781" y="1818397"/>
            <a:ext cx="8404964" cy="3965188"/>
          </a:xfrm>
          <a:prstGeom prst="rect">
            <a:avLst/>
          </a:prstGeom>
        </p:spPr>
        <p:txBody>
          <a:bodyPr wrap="square">
            <a:spAutoFit/>
          </a:bodyPr>
          <a:lstStyle/>
          <a:p>
            <a:r>
              <a:rPr lang="fr-FR" sz="700" dirty="0">
                <a:effectLst/>
                <a:latin typeface="Arial" panose="020B0604020202020204" pitchFamily="34" charset="0"/>
                <a:ea typeface="Times New Roman" panose="02020603050405020304" pitchFamily="18" charset="0"/>
                <a:cs typeface="Times New Roman" panose="02020603050405020304" pitchFamily="18" charset="0"/>
              </a:rPr>
              <a:t>CIC </a:t>
            </a:r>
            <a:r>
              <a:rPr lang="fr-FR" sz="700" dirty="0" err="1">
                <a:effectLst/>
                <a:latin typeface="Arial" panose="020B0604020202020204" pitchFamily="34" charset="0"/>
                <a:ea typeface="Times New Roman" panose="02020603050405020304" pitchFamily="18" charset="0"/>
                <a:cs typeface="Times New Roman" panose="02020603050405020304" pitchFamily="18" charset="0"/>
              </a:rPr>
              <a:t>Corporate</a:t>
            </a:r>
            <a:r>
              <a:rPr lang="fr-FR" sz="700" dirty="0">
                <a:effectLst/>
                <a:latin typeface="Arial" panose="020B0604020202020204" pitchFamily="34" charset="0"/>
                <a:ea typeface="Times New Roman" panose="02020603050405020304" pitchFamily="18" charset="0"/>
                <a:cs typeface="Times New Roman" panose="02020603050405020304" pitchFamily="18" charset="0"/>
              </a:rPr>
              <a:t> &amp; </a:t>
            </a:r>
            <a:r>
              <a:rPr lang="fr-FR" sz="700" dirty="0" err="1">
                <a:effectLst/>
                <a:latin typeface="Arial" panose="020B0604020202020204" pitchFamily="34" charset="0"/>
                <a:ea typeface="Times New Roman" panose="02020603050405020304" pitchFamily="18" charset="0"/>
                <a:cs typeface="Times New Roman" panose="02020603050405020304" pitchFamily="18" charset="0"/>
              </a:rPr>
              <a:t>Institutional</a:t>
            </a:r>
            <a:r>
              <a:rPr lang="fr-FR" sz="700" dirty="0">
                <a:effectLst/>
                <a:latin typeface="Arial" panose="020B0604020202020204" pitchFamily="34" charset="0"/>
                <a:ea typeface="Times New Roman" panose="02020603050405020304" pitchFamily="18" charset="0"/>
                <a:cs typeface="Times New Roman" panose="02020603050405020304" pitchFamily="18" charset="0"/>
              </a:rPr>
              <a:t> Banking « CIC CIB » </a:t>
            </a:r>
            <a:r>
              <a:rPr lang="fr-FR" sz="700" noProof="1"/>
              <a:t>est une marque de Crédit Industriel et Commercial, établissement de crédit agréé en France par l’ACPR et entité de Crédit Mutuel Alliance Fédérale. Le CIC est membre du réseau ESN (European Securities Network) et sous la surveillance de l’ACPR (Autorité de Contrôle Prudentiel et de Résolution) et de l’AMF (Autorité des marchés financiers). </a:t>
            </a:r>
          </a:p>
          <a:p>
            <a:pPr algn="just"/>
            <a:r>
              <a:rPr lang="fr-FR" sz="700" noProof="1"/>
              <a:t>Le CIC a mis en place une organisation et des procédures (ou Muraille de Chine) destinées à garantir l’indépendance des analystes financiers et la primauté des intérêts des clients. Il est notamment interdit aux analystes financiers de négocier des instruments financiers pour leur propre compte en relation avec les émetteurs et les secteurs qu’ils suivent.</a:t>
            </a:r>
          </a:p>
          <a:p>
            <a:pPr algn="just"/>
            <a:r>
              <a:rPr lang="fr-FR" sz="700" noProof="1"/>
              <a:t>Ni le CIC, ni ses filiales (ainsi que les directeurs et employés de celles-ci) ne sauraient être tenus pour responsables de la transmission correcte et intégrale de ce document, ni de tout retard dans sa distribution. Toute utilisation, communication, reproduction ou distribution non autorisée du présent document est interdite.</a:t>
            </a:r>
          </a:p>
          <a:p>
            <a:pPr algn="just"/>
            <a:r>
              <a:rPr lang="fr-FR" sz="700" noProof="1"/>
              <a:t>Les informations et explications reproduites dans cette étude sont l’expression d’une opinion ; elles sont données de bonne foi et sont susceptibles d’être changées sans préavis. La valorisation et la recommandation qui en résulte sont fondées sur l’analyse de l’information publique à une date donnée, celle indiquée sur le document consulté. L’évolution notamment de l’environnement politique, économique, concurrentiel, réglementaire et de l’entreprise analysée peut conduire à une modification de cette valorisation et de l’opinion sans aucune obligation pour le CIC de mettre à jour le présent document ni d’informer les destinataires à cet effet.</a:t>
            </a:r>
          </a:p>
          <a:p>
            <a:pPr algn="just"/>
            <a:r>
              <a:rPr lang="fr-FR" sz="700" noProof="1"/>
              <a:t>Il est strictement interdit de reproduire le présent document intégralement ou en partie ou de le transmettre à des tiers sans autorisation. Le présent document a été préparé et publié par le CIC. Les informations contenues dans le présent document proviennent de différentes sources.</a:t>
            </a:r>
          </a:p>
          <a:p>
            <a:pPr algn="just"/>
            <a:r>
              <a:rPr lang="fr-FR" sz="700" noProof="1"/>
              <a:t>Ni le CIC, ni ses filiales (ainsi que les directeurs et employés de ceux-ci) ne garantissent leur exactitude ni leur intégralité, et ni le CIC, ni ses filiales (ainsi que les directeurs et employés de celles-ci) ne sauraient être tenus pour responsables d’éventuelles erreurs ou omissions, ni de toute perte ou perte indirecte liée à de telles erreurs ou omissions. </a:t>
            </a:r>
          </a:p>
          <a:p>
            <a:pPr algn="just"/>
            <a:r>
              <a:rPr lang="fr-FR" sz="700" noProof="1"/>
              <a:t>Les informations contenues dans le présent document, et toute opinion exprimée dans celui-ci ne constituent en aucun cas une offre, une invitation à faire une offre d'achat, de vente ou de souscription d'instruments financiers de quelque genre que ce soit. Le CIC, ses filiales (ainsi que les directeurs et employés de celles-ci) peuvent rendre des services d’investissement ou des services connexes, ou solliciter des mandats pour des services d’investissement ou des services connexes aux sociétés ou personnes ou autres entités mentionnées dans le présent document.</a:t>
            </a:r>
          </a:p>
          <a:p>
            <a:pPr algn="just"/>
            <a:r>
              <a:rPr lang="fr-FR" sz="700" noProof="1"/>
              <a:t>Le présent document a été préparé à l’intention des seuls clients du CIC et ses filiales. Il ne répond pas aux objectifs d’investissement, à la situation financière ou aux besoins particuliers de tout individu susceptible de le recevoir. Il est déconseillé de prendre une décision sur la seule foi de ce document. Les investisseurs devraient solliciter l’avis d’experts externes, notamment de conseillers financiers, de juristes, de fiscalistes, comptables ou autres spécialistes afin de s’assurer de l’adéquation des investissements avec leurs objectifs et leurs contraintes de gestion , et devraient comprendre que des opinions relatives aux perspectives futures peuvent ne pas se réaliser. Les investisseurs devraient noter que tout revenu provenant de ces titres peut fluctuer et que le cours des titres peut augmenter ou baisser. Ainsi, les investisseurs peuvent récupérer moins que leur investissement initial. Les performances passées ne présument en rien des performances futures. Les taux de change des devises peuvent avoir une incidence négative sur la valeur, le prix ou les revenus des titres ou instruments financiers mentionnés dans le présent document. En outre, les investisseurs qui détiennent des titres comme les American Depositary Receipts (ADR), dont la valeur varie en fonction de la devise du titre sous-jacent, assument effectivement un risque de change.</a:t>
            </a:r>
          </a:p>
          <a:p>
            <a:pPr algn="just"/>
            <a:r>
              <a:rPr lang="fr-FR" sz="700" noProof="1"/>
              <a:t>Dans le cas où le présent document a été commandé par l’émetteur, cette information est mentionnée dans les potentiels conflits d’intérêts.</a:t>
            </a:r>
          </a:p>
          <a:p>
            <a:pPr algn="just"/>
            <a:r>
              <a:rPr lang="fr-FR" sz="700" noProof="1"/>
              <a:t>Cette recherche est destinée au seul usage interne du destinataire, sauf accord préalable du CIC.</a:t>
            </a:r>
          </a:p>
          <a:p>
            <a:pPr algn="just"/>
            <a:r>
              <a:rPr lang="fr-FR" sz="700" noProof="1"/>
              <a:t>Ce document est destiné aux clients classés « professionnels » ou « contrepartie éligible » au sens de la Directive 2014/65/UE (« MIF2 »). Si un particulier « non professionnel » au sens de la Directive susvisée venait à être en possession d’une analyse contenant une recommandation ou une valorisation d’un titre, il ne devra pas fonder son éventuelle décision d’investissement uniquement sur la base dudit document mais devra consulter ses propres conseils.</a:t>
            </a:r>
          </a:p>
          <a:p>
            <a:pPr algn="just"/>
            <a:r>
              <a:rPr lang="fr-FR" sz="700" noProof="1"/>
              <a:t> </a:t>
            </a:r>
          </a:p>
          <a:p>
            <a:pPr algn="just"/>
            <a:r>
              <a:rPr lang="fr-FR" sz="700" b="1" noProof="1"/>
              <a:t>Si vous avez reçu ce document par erreur, merci de le détruire ou de le signaler immédiatement à </a:t>
            </a:r>
            <a:r>
              <a:rPr lang="fr-FR" sz="700" b="1" u="sng" noProof="1">
                <a:hlinkClick r:id="rId2"/>
              </a:rPr>
              <a:t>analyse-ms@cic.fr</a:t>
            </a:r>
            <a:r>
              <a:rPr lang="fr-FR" sz="700" b="1" noProof="1"/>
              <a:t> </a:t>
            </a:r>
            <a:endParaRPr lang="fr-FR" sz="700" noProof="1"/>
          </a:p>
          <a:p>
            <a:pPr>
              <a:spcBef>
                <a:spcPts val="400"/>
              </a:spcBef>
            </a:pPr>
            <a:r>
              <a:rPr lang="fr-FR" sz="700" noProof="1">
                <a:latin typeface="Arial" panose="020B0604020202020204" pitchFamily="34" charset="0"/>
                <a:cs typeface="Arial" panose="020B0604020202020204" pitchFamily="34" charset="0"/>
              </a:rPr>
              <a:t>Conformément à la réglementation, la liste de toutes les recommandations valeurs publiées dans les 12 derniers mois par la Recherche Actions de CIC CIB est disponible </a:t>
            </a:r>
            <a:r>
              <a:rPr lang="fr-FR" sz="700" u="sng" noProof="1">
                <a:latin typeface="Arial" panose="020B0604020202020204" pitchFamily="34" charset="0"/>
                <a:cs typeface="Arial" panose="020B0604020202020204" pitchFamily="34" charset="0"/>
              </a:rPr>
              <a:t>ici a</a:t>
            </a:r>
            <a:r>
              <a:rPr lang="fr-FR" sz="700" noProof="1">
                <a:latin typeface="Arial" panose="020B0604020202020204" pitchFamily="34" charset="0"/>
                <a:cs typeface="Arial" panose="020B0604020202020204" pitchFamily="34" charset="0"/>
              </a:rPr>
              <a:t>insi que </a:t>
            </a:r>
            <a:r>
              <a:rPr lang="fr-FR" sz="700" noProof="1"/>
              <a:t>la liste complète des potentiels conflits d’intérêt est disponible </a:t>
            </a:r>
            <a:r>
              <a:rPr lang="fr-FR" sz="700" u="sng" noProof="1">
                <a:hlinkClick r:id="rId3"/>
              </a:rPr>
              <a:t>ici</a:t>
            </a:r>
            <a:r>
              <a:rPr lang="fr-FR" sz="700" u="sng" noProof="1"/>
              <a:t>.</a:t>
            </a:r>
            <a:endParaRPr lang="fr-FR" sz="700" u="sng" noProof="1">
              <a:latin typeface="Arial" panose="020B0604020202020204" pitchFamily="34" charset="0"/>
              <a:cs typeface="Arial" panose="020B0604020202020204" pitchFamily="34" charset="0"/>
            </a:endParaRPr>
          </a:p>
          <a:p>
            <a:pPr>
              <a:spcBef>
                <a:spcPts val="400"/>
              </a:spcBef>
            </a:pPr>
            <a:r>
              <a:rPr lang="fr-FR" sz="700" b="1" noProof="1">
                <a:latin typeface="Arial" panose="020B0604020202020204" pitchFamily="34" charset="0"/>
                <a:ea typeface="Times New Roman" panose="02020603050405020304" pitchFamily="18" charset="0"/>
                <a:cs typeface="Arial" panose="020B0604020202020204" pitchFamily="34" charset="0"/>
              </a:rPr>
              <a:t>Pour toutes informations supplémentaires ou disclaimer spécifique, connectez-vous au site Internet de CIC Market Solutions : www.cic-marketsolutions.eu</a:t>
            </a:r>
          </a:p>
          <a:p>
            <a:endParaRPr lang="fr-FR" sz="700" noProof="1">
              <a:latin typeface="Arial" panose="020B0604020202020204" pitchFamily="34" charset="0"/>
              <a:cs typeface="Arial" panose="020B0604020202020204" pitchFamily="34" charset="0"/>
            </a:endParaRPr>
          </a:p>
        </p:txBody>
      </p:sp>
      <p:sp>
        <p:nvSpPr>
          <p:cNvPr id="3" name="Espace réservé du texte 3"/>
          <p:cNvSpPr txBox="1">
            <a:spLocks/>
          </p:cNvSpPr>
          <p:nvPr/>
        </p:nvSpPr>
        <p:spPr>
          <a:xfrm>
            <a:off x="425885" y="1349451"/>
            <a:ext cx="8304756" cy="646702"/>
          </a:xfrm>
          <a:prstGeom prst="rect">
            <a:avLst/>
          </a:prstGeom>
        </p:spPr>
        <p:txBody>
          <a:bodyPr/>
          <a:lstStyle>
            <a:lvl1pPr marL="342900" indent="-342900" algn="l" defTabSz="457200" rtl="0" eaLnBrk="1" latinLnBrk="0" hangingPunct="1">
              <a:spcBef>
                <a:spcPct val="20000"/>
              </a:spcBef>
              <a:buFont typeface="Arial"/>
              <a:buChar char="•"/>
              <a:defRPr sz="3200" kern="1200">
                <a:solidFill>
                  <a:srgbClr val="FFFFFF"/>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rgbClr val="FFFFFF"/>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rgbClr val="FFFFFF"/>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rgbClr val="FFFFFF"/>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rgbClr val="FFFFFF"/>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fr-FR" sz="1000" noProof="1">
              <a:solidFill>
                <a:schemeClr val="tx1"/>
              </a:solidFill>
              <a:latin typeface="Arial"/>
              <a:cs typeface="Arial"/>
            </a:endParaRPr>
          </a:p>
        </p:txBody>
      </p:sp>
      <p:sp>
        <p:nvSpPr>
          <p:cNvPr id="2" name="Titre 1"/>
          <p:cNvSpPr>
            <a:spLocks noGrp="1"/>
          </p:cNvSpPr>
          <p:nvPr>
            <p:ph type="title"/>
          </p:nvPr>
        </p:nvSpPr>
        <p:spPr>
          <a:xfrm>
            <a:off x="72627" y="228664"/>
            <a:ext cx="9071374" cy="370800"/>
          </a:xfrm>
        </p:spPr>
        <p:txBody>
          <a:bodyPr/>
          <a:lstStyle/>
          <a:p>
            <a:r>
              <a:rPr lang="fr-FR" dirty="0" err="1"/>
              <a:t>Disclaimer</a:t>
            </a:r>
            <a:br>
              <a:rPr lang="fr-FR" dirty="0"/>
            </a:br>
            <a:endParaRPr lang="fr-FR" dirty="0"/>
          </a:p>
        </p:txBody>
      </p:sp>
      <p:sp>
        <p:nvSpPr>
          <p:cNvPr id="4" name="Espace réservé du texte 3"/>
          <p:cNvSpPr>
            <a:spLocks noGrp="1"/>
          </p:cNvSpPr>
          <p:nvPr>
            <p:ph type="body" sz="quarter" idx="10"/>
          </p:nvPr>
        </p:nvSpPr>
        <p:spPr>
          <a:xfrm>
            <a:off x="72627" y="721466"/>
            <a:ext cx="8867674" cy="370800"/>
          </a:xfrm>
        </p:spPr>
        <p:txBody>
          <a:bodyPr/>
          <a:lstStyle/>
          <a:p>
            <a:endParaRPr lang="fr-FR"/>
          </a:p>
        </p:txBody>
      </p:sp>
      <p:sp>
        <p:nvSpPr>
          <p:cNvPr id="7" name="Espace réservé du texte 6"/>
          <p:cNvSpPr>
            <a:spLocks noGrp="1"/>
          </p:cNvSpPr>
          <p:nvPr>
            <p:ph type="body" sz="quarter" idx="12"/>
          </p:nvPr>
        </p:nvSpPr>
        <p:spPr>
          <a:xfrm>
            <a:off x="-4201" y="5973975"/>
            <a:ext cx="8868303" cy="486000"/>
          </a:xfrm>
        </p:spPr>
        <p:txBody>
          <a:bodyPr/>
          <a:lstStyle/>
          <a:p>
            <a:endParaRPr lang="fr-FR"/>
          </a:p>
        </p:txBody>
      </p:sp>
    </p:spTree>
    <p:extLst>
      <p:ext uri="{BB962C8B-B14F-4D97-AF65-F5344CB8AC3E}">
        <p14:creationId xmlns:p14="http://schemas.microsoft.com/office/powerpoint/2010/main" val="227276059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420500"/>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SD" val="Start date -10Y or IPO date"/>
  <p:tag name="$SD" val="IF(P_FIRST_DATE('DATEN')&gt;=P_DATE(0-10AY,,,'DATEN'),P_FIRST_DATE('DATEN'),P_DATE(0-10AY,,,'DATEN'))"/>
  <p:tag name="$COMPANY" val="SIKA-CH"/>
</p:tagLst>
</file>

<file path=ppt/theme/theme1.xml><?xml version="1.0" encoding="utf-8"?>
<a:theme xmlns:a="http://schemas.openxmlformats.org/drawingml/2006/main" name="3_Conception personnalisée">
  <a:themeElements>
    <a:clrScheme name="Digit">
      <a:dk1>
        <a:srgbClr val="1F497D"/>
      </a:dk1>
      <a:lt1>
        <a:srgbClr val="1F497D"/>
      </a:lt1>
      <a:dk2>
        <a:srgbClr val="1F497D"/>
      </a:dk2>
      <a:lt2>
        <a:srgbClr val="1F497D"/>
      </a:lt2>
      <a:accent1>
        <a:srgbClr val="1F497D"/>
      </a:accent1>
      <a:accent2>
        <a:srgbClr val="1F497D"/>
      </a:accent2>
      <a:accent3>
        <a:srgbClr val="9BBB59"/>
      </a:accent3>
      <a:accent4>
        <a:srgbClr val="8064A2"/>
      </a:accent4>
      <a:accent5>
        <a:srgbClr val="4BACC6"/>
      </a:accent5>
      <a:accent6>
        <a:srgbClr val="F79646"/>
      </a:accent6>
      <a:hlink>
        <a:srgbClr val="0000FF"/>
      </a:hlink>
      <a:folHlink>
        <a:srgbClr val="800080"/>
      </a:folHlink>
    </a:clrScheme>
    <a:fontScheme name="1_Conception personnalisée">
      <a:majorFont>
        <a:latin typeface="Calibri"/>
        <a:ea typeface="Calibri"/>
        <a:cs typeface="Calibri"/>
      </a:majorFont>
      <a:minorFont>
        <a:latin typeface="Helvetica"/>
        <a:ea typeface="Helvetica"/>
        <a:cs typeface="Helvetica"/>
      </a:minorFont>
    </a:fontScheme>
    <a:fmtScheme name="1_Conception personnalisé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lIns="45718" tIns="45718" rIns="45718" bIns="45718" anchor="ctr">
        <a:normAutofit/>
      </a:bodyPr>
      <a:lstStyle>
        <a:defPPr>
          <a:defRPr sz="2000" b="0" kern="0" dirty="0" smtClean="0"/>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
</file>

<file path=customXml/itemProps1.xml><?xml version="1.0" encoding="utf-8"?>
<ds:datastoreItem xmlns:ds="http://schemas.openxmlformats.org/officeDocument/2006/customXml" ds:itemID="{364504FC-4EAE-4D50-A471-C2898DE13D49}">
  <ds:schemaRefs>
    <ds:schemaRef ds:uri="http://schemas.factset.com/Partners/XmlDocProperties"/>
  </ds:schemaRefs>
</ds:datastoreItem>
</file>

<file path=docProps/app.xml><?xml version="1.0" encoding="utf-8"?>
<Properties xmlns="http://schemas.openxmlformats.org/officeDocument/2006/extended-properties" xmlns:vt="http://schemas.openxmlformats.org/officeDocument/2006/docPropsVTypes">
  <Template/>
  <TotalTime>27335</TotalTime>
  <Words>1097</Words>
  <Application>Microsoft Office PowerPoint</Application>
  <PresentationFormat>Affichage à l'écran (4:3)</PresentationFormat>
  <Paragraphs>35</Paragraphs>
  <Slides>6</Slides>
  <Notes>0</Notes>
  <HiddenSlides>0</HiddenSlides>
  <MMClips>0</MMClips>
  <ScaleCrop>false</ScaleCrop>
  <HeadingPairs>
    <vt:vector size="8" baseType="variant">
      <vt:variant>
        <vt:lpstr>Polices utilisées</vt:lpstr>
      </vt:variant>
      <vt:variant>
        <vt:i4>8</vt:i4>
      </vt:variant>
      <vt:variant>
        <vt:lpstr>Thème</vt:lpstr>
      </vt:variant>
      <vt:variant>
        <vt:i4>1</vt:i4>
      </vt:variant>
      <vt:variant>
        <vt:lpstr>Serveurs OLE incorporés</vt:lpstr>
      </vt:variant>
      <vt:variant>
        <vt:i4>2</vt:i4>
      </vt:variant>
      <vt:variant>
        <vt:lpstr>Titres des diapositives</vt:lpstr>
      </vt:variant>
      <vt:variant>
        <vt:i4>6</vt:i4>
      </vt:variant>
    </vt:vector>
  </HeadingPairs>
  <TitlesOfParts>
    <vt:vector size="17" baseType="lpstr">
      <vt:lpstr>Arial</vt:lpstr>
      <vt:lpstr>Arial Narrow</vt:lpstr>
      <vt:lpstr>Avenir Book</vt:lpstr>
      <vt:lpstr>Calibri</vt:lpstr>
      <vt:lpstr>Calibri Light</vt:lpstr>
      <vt:lpstr>Helvetica</vt:lpstr>
      <vt:lpstr>Helvetica Neue Medium</vt:lpstr>
      <vt:lpstr>Wingdings</vt:lpstr>
      <vt:lpstr>3_Conception personnalisée</vt:lpstr>
      <vt:lpstr>FactSet Partners</vt:lpstr>
      <vt:lpstr>ActiveGraph</vt:lpstr>
      <vt:lpstr>Présentation PowerPoint</vt:lpstr>
      <vt:lpstr>SIKA (Achat / 220 CHF vs 250 CHF) </vt:lpstr>
      <vt:lpstr>SIKA (Achat / 220 CHF vs 250 CHF)</vt:lpstr>
      <vt:lpstr>SIKA (Achat / 220 CHF vs 250 CHF)</vt:lpstr>
      <vt:lpstr>Disclaimer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GTL</dc:creator>
  <cp:lastModifiedBy>HOMANI Ebrahim</cp:lastModifiedBy>
  <cp:revision>575</cp:revision>
  <cp:lastPrinted>2018-06-05T17:56:16Z</cp:lastPrinted>
  <dcterms:created xsi:type="dcterms:W3CDTF">2018-04-27T13:44:54Z</dcterms:created>
  <dcterms:modified xsi:type="dcterms:W3CDTF">2026-03-27T07:16:39Z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MainEntity">
    <vt:lpwstr>C00106</vt:lpwstr>
  </property>
  <property fmtid="{D5CDD505-2E9C-101B-9397-08002B2CF9AE}" pid="3" name="DocCurrency">
    <vt:lpwstr>EUR</vt:lpwstr>
  </property>
  <property fmtid="{D5CDD505-2E9C-101B-9397-08002B2CF9AE}" pid="4" name="DocDateRef">
    <vt:lpwstr>DATESTAMP</vt:lpwstr>
  </property>
  <property fmtid="{D5CDD505-2E9C-101B-9397-08002B2CF9AE}" pid="5" name="DocFiscalYearRef">
    <vt:lpwstr>FY3</vt:lpwstr>
  </property>
  <property fmtid="{D5CDD505-2E9C-101B-9397-08002B2CF9AE}" pid="6" name="Module">
    <vt:lpwstr>JCFPARTNERS</vt:lpwstr>
  </property>
  <property fmtid="{D5CDD505-2E9C-101B-9397-08002B2CF9AE}" pid="7" name="DocIsInitialized">
    <vt:lpwstr>0</vt:lpwstr>
  </property>
  <property fmtid="{D5CDD505-2E9C-101B-9397-08002B2CF9AE}" pid="8" name="ListProperties">
    <vt:lpwstr>DocMainEntity,DocCurrency,DocDateRef,DocFiscalYearRef,Module,DocIsInitialized</vt:lpwstr>
  </property>
</Properties>
</file>